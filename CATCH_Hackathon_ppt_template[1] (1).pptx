
<file path=[Content_Types].xml><?xml version="1.0" encoding="utf-8"?>
<Types xmlns="http://schemas.openxmlformats.org/package/2006/content-types">
  <Default Extension="fntdata" ContentType="application/x-fontdata"/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15"/>
  </p:notesMasterIdLst>
  <p:sldIdLst>
    <p:sldId id="256" r:id="rId3"/>
    <p:sldId id="277" r:id="rId4"/>
    <p:sldId id="257" r:id="rId5"/>
    <p:sldId id="275" r:id="rId6"/>
    <p:sldId id="262" r:id="rId7"/>
    <p:sldId id="261" r:id="rId8"/>
    <p:sldId id="264" r:id="rId9"/>
    <p:sldId id="267" r:id="rId10"/>
    <p:sldId id="269" r:id="rId11"/>
    <p:sldId id="270" r:id="rId12"/>
    <p:sldId id="272" r:id="rId13"/>
    <p:sldId id="265" r:id="rId14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Nunito Light" pitchFamily="2" charset="0"/>
      <p:regular r:id="rId20"/>
      <p: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T Sans" panose="020B0503020203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CD4"/>
    <a:srgbClr val="FBBD63"/>
    <a:srgbClr val="0B66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C4408B-DB6A-4BE4-B706-57E35D0E8FFD}">
  <a:tblStyle styleId="{D3C4408B-DB6A-4BE4-B706-57E35D0E8F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41D8837-9D11-4621-82F0-D53CC015807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DBA309-0318-42E5-8FAE-427D9823F5BD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EF8C306-D7F3-4C25-B04D-03F2125E4884}">
      <dgm:prSet phldrT="[Text]"/>
      <dgm:spPr>
        <a:solidFill>
          <a:srgbClr val="0070C0"/>
        </a:solidFill>
        <a:ln>
          <a:solidFill>
            <a:srgbClr val="FFFF00"/>
          </a:solidFill>
        </a:ln>
      </dgm:spPr>
      <dgm:t>
        <a:bodyPr/>
        <a:lstStyle/>
        <a:p>
          <a:r>
            <a:rPr lang="en-US" b="1" dirty="0"/>
            <a:t>EXPECTED</a:t>
          </a:r>
        </a:p>
        <a:p>
          <a:r>
            <a:rPr lang="en-IN" b="1" dirty="0"/>
            <a:t>Outcomes</a:t>
          </a:r>
          <a:endParaRPr lang="en-IN" dirty="0"/>
        </a:p>
      </dgm:t>
    </dgm:pt>
    <dgm:pt modelId="{D689F25F-CDB3-40AE-AEF4-F2F8883AAD5C}" type="parTrans" cxnId="{016FBB0F-F48F-4077-83BD-DA9A7DA52640}">
      <dgm:prSet/>
      <dgm:spPr/>
      <dgm:t>
        <a:bodyPr/>
        <a:lstStyle/>
        <a:p>
          <a:endParaRPr lang="en-IN"/>
        </a:p>
      </dgm:t>
    </dgm:pt>
    <dgm:pt modelId="{E9A3ACA9-6EB6-4C2C-823D-BA47B70918A6}" type="sibTrans" cxnId="{016FBB0F-F48F-4077-83BD-DA9A7DA52640}">
      <dgm:prSet/>
      <dgm:spPr/>
      <dgm:t>
        <a:bodyPr/>
        <a:lstStyle/>
        <a:p>
          <a:endParaRPr lang="en-IN"/>
        </a:p>
      </dgm:t>
    </dgm:pt>
    <dgm:pt modelId="{2FE56F75-A94A-43FD-9F3F-72E65B75324A}">
      <dgm:prSet phldrT="[Text]" custT="1"/>
      <dgm:spPr>
        <a:solidFill>
          <a:srgbClr val="7030A0"/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1200" b="1" dirty="0">
              <a:solidFill>
                <a:srgbClr val="FFC000"/>
              </a:solidFill>
            </a:rPr>
            <a:t>Increased Engagement:  </a:t>
          </a:r>
        </a:p>
        <a:p>
          <a:r>
            <a:rPr lang="en-US" sz="1000" b="1" dirty="0">
              <a:solidFill>
                <a:schemeClr val="bg2"/>
              </a:solidFill>
            </a:rPr>
            <a:t> </a:t>
          </a:r>
          <a:r>
            <a:rPr lang="en-IN" sz="1400" dirty="0">
              <a:solidFill>
                <a:srgbClr val="00B0F0"/>
              </a:solidFill>
            </a:rPr>
            <a:t>Road safety education becomes fun and interaction</a:t>
          </a:r>
        </a:p>
      </dgm:t>
    </dgm:pt>
    <dgm:pt modelId="{2E6A95D6-391A-4B4F-854E-BBEF5CACCF86}" type="parTrans" cxnId="{AE692472-0325-4004-87F7-6568FADB9CFA}">
      <dgm:prSet/>
      <dgm:spPr/>
      <dgm:t>
        <a:bodyPr/>
        <a:lstStyle/>
        <a:p>
          <a:endParaRPr lang="en-IN"/>
        </a:p>
      </dgm:t>
    </dgm:pt>
    <dgm:pt modelId="{D3B53E9D-8152-47C8-9920-EEACCD29A66D}" type="sibTrans" cxnId="{AE692472-0325-4004-87F7-6568FADB9CFA}">
      <dgm:prSet/>
      <dgm:spPr/>
      <dgm:t>
        <a:bodyPr/>
        <a:lstStyle/>
        <a:p>
          <a:endParaRPr lang="en-IN"/>
        </a:p>
      </dgm:t>
    </dgm:pt>
    <dgm:pt modelId="{14EBFEB6-6842-4E89-8A4A-3E3FABE57FDB}">
      <dgm:prSet phldrT="[Text]" custT="1"/>
      <dgm:spPr>
        <a:solidFill>
          <a:srgbClr val="FF33CC"/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1400" b="1" dirty="0">
              <a:solidFill>
                <a:srgbClr val="FFC000"/>
              </a:solidFill>
            </a:rPr>
            <a:t>Improved Awareness:</a:t>
          </a:r>
        </a:p>
        <a:p>
          <a:r>
            <a:rPr lang="en-IN" sz="1200" b="0" dirty="0">
              <a:solidFill>
                <a:srgbClr val="00B0F0"/>
              </a:solidFill>
            </a:rPr>
            <a:t>Effective understanding of traffic rules across age groups</a:t>
          </a:r>
          <a:r>
            <a:rPr lang="en-IN" sz="1200" b="1" dirty="0">
              <a:solidFill>
                <a:srgbClr val="00B0F0"/>
              </a:solidFill>
            </a:rPr>
            <a:t>.</a:t>
          </a:r>
          <a:endParaRPr lang="en-IN" sz="1200" dirty="0">
            <a:solidFill>
              <a:srgbClr val="00B0F0"/>
            </a:solidFill>
          </a:endParaRPr>
        </a:p>
      </dgm:t>
    </dgm:pt>
    <dgm:pt modelId="{E6557E1C-544B-4F92-BC03-2BD2D1BDE7C6}" type="parTrans" cxnId="{B037DFD7-E217-4A2C-B58E-1BA61FB50205}">
      <dgm:prSet/>
      <dgm:spPr/>
      <dgm:t>
        <a:bodyPr/>
        <a:lstStyle/>
        <a:p>
          <a:endParaRPr lang="en-IN"/>
        </a:p>
      </dgm:t>
    </dgm:pt>
    <dgm:pt modelId="{9E3BCFC4-A07D-4E46-BDEC-666B29E36271}" type="sibTrans" cxnId="{B037DFD7-E217-4A2C-B58E-1BA61FB50205}">
      <dgm:prSet/>
      <dgm:spPr/>
      <dgm:t>
        <a:bodyPr/>
        <a:lstStyle/>
        <a:p>
          <a:endParaRPr lang="en-IN"/>
        </a:p>
      </dgm:t>
    </dgm:pt>
    <dgm:pt modelId="{20C57131-7EFD-4321-AC3D-F53A25E9376E}">
      <dgm:prSet phldrT="[Text]" custT="1"/>
      <dgm:spPr>
        <a:solidFill>
          <a:srgbClr val="C00000"/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1400" b="1" dirty="0" err="1">
              <a:solidFill>
                <a:srgbClr val="FFC000"/>
              </a:solidFill>
            </a:rPr>
            <a:t>BehavioralChanges:</a:t>
          </a:r>
          <a:r>
            <a:rPr lang="en-US" sz="1400" dirty="0" err="1">
              <a:solidFill>
                <a:srgbClr val="00B0F0"/>
              </a:solidFill>
            </a:rPr>
            <a:t>Community</a:t>
          </a:r>
          <a:r>
            <a:rPr lang="en-US" sz="1400" dirty="0">
              <a:solidFill>
                <a:srgbClr val="00B0F0"/>
              </a:solidFill>
            </a:rPr>
            <a:t> adapts to safer road habits</a:t>
          </a:r>
          <a:endParaRPr lang="en-IN" sz="1400" dirty="0">
            <a:solidFill>
              <a:srgbClr val="00B0F0"/>
            </a:solidFill>
          </a:endParaRPr>
        </a:p>
      </dgm:t>
    </dgm:pt>
    <dgm:pt modelId="{57750CC0-B403-4991-954D-8E67ECAF6B3F}" type="parTrans" cxnId="{1A3ACD9D-29D2-452E-9DC3-44E2A45CAD7B}">
      <dgm:prSet/>
      <dgm:spPr/>
      <dgm:t>
        <a:bodyPr/>
        <a:lstStyle/>
        <a:p>
          <a:endParaRPr lang="en-IN"/>
        </a:p>
      </dgm:t>
    </dgm:pt>
    <dgm:pt modelId="{3A96DB05-E194-4ED1-A58C-9A3D2CDFC1FE}" type="sibTrans" cxnId="{1A3ACD9D-29D2-452E-9DC3-44E2A45CAD7B}">
      <dgm:prSet/>
      <dgm:spPr/>
      <dgm:t>
        <a:bodyPr/>
        <a:lstStyle/>
        <a:p>
          <a:endParaRPr lang="en-IN"/>
        </a:p>
      </dgm:t>
    </dgm:pt>
    <dgm:pt modelId="{9CBBEB98-3078-47A8-ABAD-3E3A85A0B070}">
      <dgm:prSet phldrT="[Text]" phldr="1"/>
      <dgm:spPr/>
      <dgm:t>
        <a:bodyPr/>
        <a:lstStyle/>
        <a:p>
          <a:endParaRPr lang="en-IN"/>
        </a:p>
      </dgm:t>
    </dgm:pt>
    <dgm:pt modelId="{BA191E68-FD14-47B2-90B3-A7FA74BECA77}" type="parTrans" cxnId="{CB2770BC-6C6E-4A8A-8708-71376FF53957}">
      <dgm:prSet/>
      <dgm:spPr/>
      <dgm:t>
        <a:bodyPr/>
        <a:lstStyle/>
        <a:p>
          <a:endParaRPr lang="en-IN"/>
        </a:p>
      </dgm:t>
    </dgm:pt>
    <dgm:pt modelId="{D413A80D-056F-4939-B074-F82BE30E943C}" type="sibTrans" cxnId="{CB2770BC-6C6E-4A8A-8708-71376FF53957}">
      <dgm:prSet/>
      <dgm:spPr/>
      <dgm:t>
        <a:bodyPr/>
        <a:lstStyle/>
        <a:p>
          <a:endParaRPr lang="en-IN"/>
        </a:p>
      </dgm:t>
    </dgm:pt>
    <dgm:pt modelId="{7F38792D-3DE8-49C6-B516-A7C3D2191F4D}">
      <dgm:prSet phldrT="[Text]" custT="1"/>
      <dgm:spPr>
        <a:solidFill>
          <a:srgbClr val="92D050"/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1400" b="1" dirty="0">
              <a:solidFill>
                <a:srgbClr val="FFC000"/>
              </a:solidFill>
            </a:rPr>
            <a:t>Scalable Model:      </a:t>
          </a:r>
          <a:r>
            <a:rPr lang="en-US" sz="1200" dirty="0">
              <a:solidFill>
                <a:srgbClr val="00B0F0"/>
              </a:solidFill>
            </a:rPr>
            <a:t>Application to various demographics and communities.</a:t>
          </a:r>
          <a:endParaRPr lang="en-IN" sz="1200" dirty="0">
            <a:solidFill>
              <a:srgbClr val="00B0F0"/>
            </a:solidFill>
          </a:endParaRPr>
        </a:p>
      </dgm:t>
    </dgm:pt>
    <dgm:pt modelId="{82D56399-F16B-4D21-93CC-0E26671B3111}" type="parTrans" cxnId="{673A6E38-4261-416C-947F-4444BBA6DD30}">
      <dgm:prSet/>
      <dgm:spPr/>
      <dgm:t>
        <a:bodyPr/>
        <a:lstStyle/>
        <a:p>
          <a:endParaRPr lang="en-IN"/>
        </a:p>
      </dgm:t>
    </dgm:pt>
    <dgm:pt modelId="{42DE184F-A665-4A98-B474-8A7A70449B7C}" type="sibTrans" cxnId="{673A6E38-4261-416C-947F-4444BBA6DD30}">
      <dgm:prSet/>
      <dgm:spPr/>
      <dgm:t>
        <a:bodyPr/>
        <a:lstStyle/>
        <a:p>
          <a:endParaRPr lang="en-IN"/>
        </a:p>
      </dgm:t>
    </dgm:pt>
    <dgm:pt modelId="{1E96E349-EC06-4D1F-99FD-259F1B363BEA}" type="pres">
      <dgm:prSet presAssocID="{CBDBA309-0318-42E5-8FAE-427D9823F5BD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7E73D5B-2B91-4EC3-97B0-38169C3892B6}" type="pres">
      <dgm:prSet presAssocID="{CBDBA309-0318-42E5-8FAE-427D9823F5BD}" presName="matrix" presStyleCnt="0"/>
      <dgm:spPr/>
    </dgm:pt>
    <dgm:pt modelId="{82C6192C-606B-4158-8D6F-DEC012E27732}" type="pres">
      <dgm:prSet presAssocID="{CBDBA309-0318-42E5-8FAE-427D9823F5BD}" presName="tile1" presStyleLbl="node1" presStyleIdx="0" presStyleCnt="4" custScaleX="100855" custScaleY="111010" custLinFactNeighborX="-177" custLinFactNeighborY="-2283"/>
      <dgm:spPr/>
    </dgm:pt>
    <dgm:pt modelId="{2CCAB028-5032-47E5-899E-30324CAADB82}" type="pres">
      <dgm:prSet presAssocID="{CBDBA309-0318-42E5-8FAE-427D9823F5BD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4FB8850-7990-49E1-9901-6DB39F0D2D90}" type="pres">
      <dgm:prSet presAssocID="{CBDBA309-0318-42E5-8FAE-427D9823F5BD}" presName="tile2" presStyleLbl="node1" presStyleIdx="1" presStyleCnt="4" custScaleX="99415" custScaleY="112340"/>
      <dgm:spPr/>
    </dgm:pt>
    <dgm:pt modelId="{B0A0EC99-D9CC-402E-A5D8-298373D959E5}" type="pres">
      <dgm:prSet presAssocID="{CBDBA309-0318-42E5-8FAE-427D9823F5BD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A40FE76-6B53-4EE0-883F-FE2ADB9FDB52}" type="pres">
      <dgm:prSet presAssocID="{CBDBA309-0318-42E5-8FAE-427D9823F5BD}" presName="tile3" presStyleLbl="node1" presStyleIdx="2" presStyleCnt="4" custScaleX="106576" custLinFactNeighborX="1781" custLinFactNeighborY="-1851"/>
      <dgm:spPr/>
    </dgm:pt>
    <dgm:pt modelId="{0062949C-C695-4495-A945-7839FBDF25B0}" type="pres">
      <dgm:prSet presAssocID="{CBDBA309-0318-42E5-8FAE-427D9823F5BD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7875E39-65A9-4C4E-9447-9977920D6264}" type="pres">
      <dgm:prSet presAssocID="{CBDBA309-0318-42E5-8FAE-427D9823F5BD}" presName="tile4" presStyleLbl="node1" presStyleIdx="3" presStyleCnt="4"/>
      <dgm:spPr/>
    </dgm:pt>
    <dgm:pt modelId="{E755B11F-E945-4EDB-AA6B-B93C3D04C249}" type="pres">
      <dgm:prSet presAssocID="{CBDBA309-0318-42E5-8FAE-427D9823F5BD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2788C838-6AE2-4741-A0ED-A5FDBD75AED8}" type="pres">
      <dgm:prSet presAssocID="{CBDBA309-0318-42E5-8FAE-427D9823F5BD}" presName="centerTile" presStyleLbl="fgShp" presStyleIdx="0" presStyleCnt="1" custScaleX="87614" custScaleY="75222" custLinFactNeighborX="8818" custLinFactNeighborY="1005">
        <dgm:presLayoutVars>
          <dgm:chMax val="0"/>
          <dgm:chPref val="0"/>
        </dgm:presLayoutVars>
      </dgm:prSet>
      <dgm:spPr/>
    </dgm:pt>
  </dgm:ptLst>
  <dgm:cxnLst>
    <dgm:cxn modelId="{016FBB0F-F48F-4077-83BD-DA9A7DA52640}" srcId="{CBDBA309-0318-42E5-8FAE-427D9823F5BD}" destId="{3EF8C306-D7F3-4C25-B04D-03F2125E4884}" srcOrd="0" destOrd="0" parTransId="{D689F25F-CDB3-40AE-AEF4-F2F8883AAD5C}" sibTransId="{E9A3ACA9-6EB6-4C2C-823D-BA47B70918A6}"/>
    <dgm:cxn modelId="{F7C87A21-E56A-4FA3-811F-8DFE925FD91B}" type="presOf" srcId="{20C57131-7EFD-4321-AC3D-F53A25E9376E}" destId="{0062949C-C695-4495-A945-7839FBDF25B0}" srcOrd="1" destOrd="0" presId="urn:microsoft.com/office/officeart/2005/8/layout/matrix1"/>
    <dgm:cxn modelId="{673A6E38-4261-416C-947F-4444BBA6DD30}" srcId="{3EF8C306-D7F3-4C25-B04D-03F2125E4884}" destId="{7F38792D-3DE8-49C6-B516-A7C3D2191F4D}" srcOrd="3" destOrd="0" parTransId="{82D56399-F16B-4D21-93CC-0E26671B3111}" sibTransId="{42DE184F-A665-4A98-B474-8A7A70449B7C}"/>
    <dgm:cxn modelId="{12B2C340-A632-4C1D-89CB-C17B09FF1B3F}" type="presOf" srcId="{2FE56F75-A94A-43FD-9F3F-72E65B75324A}" destId="{2CCAB028-5032-47E5-899E-30324CAADB82}" srcOrd="1" destOrd="0" presId="urn:microsoft.com/office/officeart/2005/8/layout/matrix1"/>
    <dgm:cxn modelId="{AE692472-0325-4004-87F7-6568FADB9CFA}" srcId="{3EF8C306-D7F3-4C25-B04D-03F2125E4884}" destId="{2FE56F75-A94A-43FD-9F3F-72E65B75324A}" srcOrd="0" destOrd="0" parTransId="{2E6A95D6-391A-4B4F-854E-BBEF5CACCF86}" sibTransId="{D3B53E9D-8152-47C8-9920-EEACCD29A66D}"/>
    <dgm:cxn modelId="{0550C456-A661-44DE-8935-6C189B74456C}" type="presOf" srcId="{2FE56F75-A94A-43FD-9F3F-72E65B75324A}" destId="{82C6192C-606B-4158-8D6F-DEC012E27732}" srcOrd="0" destOrd="0" presId="urn:microsoft.com/office/officeart/2005/8/layout/matrix1"/>
    <dgm:cxn modelId="{3E3F678F-7322-422F-8D2F-66847ED0817F}" type="presOf" srcId="{14EBFEB6-6842-4E89-8A4A-3E3FABE57FDB}" destId="{44FB8850-7990-49E1-9901-6DB39F0D2D90}" srcOrd="0" destOrd="0" presId="urn:microsoft.com/office/officeart/2005/8/layout/matrix1"/>
    <dgm:cxn modelId="{1A3ACD9D-29D2-452E-9DC3-44E2A45CAD7B}" srcId="{3EF8C306-D7F3-4C25-B04D-03F2125E4884}" destId="{20C57131-7EFD-4321-AC3D-F53A25E9376E}" srcOrd="2" destOrd="0" parTransId="{57750CC0-B403-4991-954D-8E67ECAF6B3F}" sibTransId="{3A96DB05-E194-4ED1-A58C-9A3D2CDFC1FE}"/>
    <dgm:cxn modelId="{28E33CB3-6A15-4955-92E1-34FEEB5FB7CD}" type="presOf" srcId="{CBDBA309-0318-42E5-8FAE-427D9823F5BD}" destId="{1E96E349-EC06-4D1F-99FD-259F1B363BEA}" srcOrd="0" destOrd="0" presId="urn:microsoft.com/office/officeart/2005/8/layout/matrix1"/>
    <dgm:cxn modelId="{CB2770BC-6C6E-4A8A-8708-71376FF53957}" srcId="{CBDBA309-0318-42E5-8FAE-427D9823F5BD}" destId="{9CBBEB98-3078-47A8-ABAD-3E3A85A0B070}" srcOrd="1" destOrd="0" parTransId="{BA191E68-FD14-47B2-90B3-A7FA74BECA77}" sibTransId="{D413A80D-056F-4939-B074-F82BE30E943C}"/>
    <dgm:cxn modelId="{9DA6EED1-7120-45F7-994C-D172B685E698}" type="presOf" srcId="{7F38792D-3DE8-49C6-B516-A7C3D2191F4D}" destId="{07875E39-65A9-4C4E-9447-9977920D6264}" srcOrd="0" destOrd="0" presId="urn:microsoft.com/office/officeart/2005/8/layout/matrix1"/>
    <dgm:cxn modelId="{3DA689D6-BF31-4852-BCCB-8C3C9B07B45A}" type="presOf" srcId="{3EF8C306-D7F3-4C25-B04D-03F2125E4884}" destId="{2788C838-6AE2-4741-A0ED-A5FDBD75AED8}" srcOrd="0" destOrd="0" presId="urn:microsoft.com/office/officeart/2005/8/layout/matrix1"/>
    <dgm:cxn modelId="{B037DFD7-E217-4A2C-B58E-1BA61FB50205}" srcId="{3EF8C306-D7F3-4C25-B04D-03F2125E4884}" destId="{14EBFEB6-6842-4E89-8A4A-3E3FABE57FDB}" srcOrd="1" destOrd="0" parTransId="{E6557E1C-544B-4F92-BC03-2BD2D1BDE7C6}" sibTransId="{9E3BCFC4-A07D-4E46-BDEC-666B29E36271}"/>
    <dgm:cxn modelId="{234DB7EA-D6F4-4748-8D99-ECDF782C8646}" type="presOf" srcId="{7F38792D-3DE8-49C6-B516-A7C3D2191F4D}" destId="{E755B11F-E945-4EDB-AA6B-B93C3D04C249}" srcOrd="1" destOrd="0" presId="urn:microsoft.com/office/officeart/2005/8/layout/matrix1"/>
    <dgm:cxn modelId="{003912F5-4527-4E0F-9B20-6BD9B8C6D4C0}" type="presOf" srcId="{14EBFEB6-6842-4E89-8A4A-3E3FABE57FDB}" destId="{B0A0EC99-D9CC-402E-A5D8-298373D959E5}" srcOrd="1" destOrd="0" presId="urn:microsoft.com/office/officeart/2005/8/layout/matrix1"/>
    <dgm:cxn modelId="{76401FFF-66B8-4ED0-AB8E-08F511013766}" type="presOf" srcId="{20C57131-7EFD-4321-AC3D-F53A25E9376E}" destId="{FA40FE76-6B53-4EE0-883F-FE2ADB9FDB52}" srcOrd="0" destOrd="0" presId="urn:microsoft.com/office/officeart/2005/8/layout/matrix1"/>
    <dgm:cxn modelId="{7CF8F2A0-7278-4122-87F5-B9E85D5F8C09}" type="presParOf" srcId="{1E96E349-EC06-4D1F-99FD-259F1B363BEA}" destId="{77E73D5B-2B91-4EC3-97B0-38169C3892B6}" srcOrd="0" destOrd="0" presId="urn:microsoft.com/office/officeart/2005/8/layout/matrix1"/>
    <dgm:cxn modelId="{A8E1E448-FA25-4014-817F-0A57BC1C5F7E}" type="presParOf" srcId="{77E73D5B-2B91-4EC3-97B0-38169C3892B6}" destId="{82C6192C-606B-4158-8D6F-DEC012E27732}" srcOrd="0" destOrd="0" presId="urn:microsoft.com/office/officeart/2005/8/layout/matrix1"/>
    <dgm:cxn modelId="{20C02E4E-BA29-4451-9A6E-8294DCE5AB0F}" type="presParOf" srcId="{77E73D5B-2B91-4EC3-97B0-38169C3892B6}" destId="{2CCAB028-5032-47E5-899E-30324CAADB82}" srcOrd="1" destOrd="0" presId="urn:microsoft.com/office/officeart/2005/8/layout/matrix1"/>
    <dgm:cxn modelId="{967389B4-2745-4DD7-9D8C-0E6DFFA38AE3}" type="presParOf" srcId="{77E73D5B-2B91-4EC3-97B0-38169C3892B6}" destId="{44FB8850-7990-49E1-9901-6DB39F0D2D90}" srcOrd="2" destOrd="0" presId="urn:microsoft.com/office/officeart/2005/8/layout/matrix1"/>
    <dgm:cxn modelId="{37FFA6F4-5C0D-4E18-8D30-0147C0760A5B}" type="presParOf" srcId="{77E73D5B-2B91-4EC3-97B0-38169C3892B6}" destId="{B0A0EC99-D9CC-402E-A5D8-298373D959E5}" srcOrd="3" destOrd="0" presId="urn:microsoft.com/office/officeart/2005/8/layout/matrix1"/>
    <dgm:cxn modelId="{152BE5EA-750C-4241-B859-EF98098E2DF8}" type="presParOf" srcId="{77E73D5B-2B91-4EC3-97B0-38169C3892B6}" destId="{FA40FE76-6B53-4EE0-883F-FE2ADB9FDB52}" srcOrd="4" destOrd="0" presId="urn:microsoft.com/office/officeart/2005/8/layout/matrix1"/>
    <dgm:cxn modelId="{3C77F1A9-9C19-4C70-82AB-9F08B75DC5E5}" type="presParOf" srcId="{77E73D5B-2B91-4EC3-97B0-38169C3892B6}" destId="{0062949C-C695-4495-A945-7839FBDF25B0}" srcOrd="5" destOrd="0" presId="urn:microsoft.com/office/officeart/2005/8/layout/matrix1"/>
    <dgm:cxn modelId="{44EDD694-2364-44ED-ACDC-825B6C689285}" type="presParOf" srcId="{77E73D5B-2B91-4EC3-97B0-38169C3892B6}" destId="{07875E39-65A9-4C4E-9447-9977920D6264}" srcOrd="6" destOrd="0" presId="urn:microsoft.com/office/officeart/2005/8/layout/matrix1"/>
    <dgm:cxn modelId="{02D55B43-A384-43F6-8F80-64AFDA3D294B}" type="presParOf" srcId="{77E73D5B-2B91-4EC3-97B0-38169C3892B6}" destId="{E755B11F-E945-4EDB-AA6B-B93C3D04C249}" srcOrd="7" destOrd="0" presId="urn:microsoft.com/office/officeart/2005/8/layout/matrix1"/>
    <dgm:cxn modelId="{8D7FC344-73F6-4992-8075-770FEA1A1E7E}" type="presParOf" srcId="{1E96E349-EC06-4D1F-99FD-259F1B363BEA}" destId="{2788C838-6AE2-4741-A0ED-A5FDBD75AED8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F7AB5A-1D23-4535-9215-A2C241FDF2DE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019F4BD-CB3F-4A63-9EDB-8AC9DDFDB662}">
      <dgm:prSet phldrT="[Text]"/>
      <dgm:spPr>
        <a:solidFill>
          <a:srgbClr val="CC0066"/>
        </a:solidFill>
        <a:ln>
          <a:solidFill>
            <a:srgbClr val="92D050"/>
          </a:solidFill>
        </a:ln>
      </dgm:spPr>
      <dgm:t>
        <a:bodyPr/>
        <a:lstStyle/>
        <a:p>
          <a:r>
            <a:rPr lang="en-US" dirty="0">
              <a:solidFill>
                <a:schemeClr val="tx2">
                  <a:lumMod val="10000"/>
                </a:schemeClr>
              </a:solidFill>
            </a:rPr>
            <a:t>TECHNICAL CHALLENGE </a:t>
          </a:r>
          <a:endParaRPr lang="en-IN" dirty="0">
            <a:solidFill>
              <a:schemeClr val="tx2">
                <a:lumMod val="10000"/>
              </a:schemeClr>
            </a:solidFill>
          </a:endParaRPr>
        </a:p>
      </dgm:t>
    </dgm:pt>
    <dgm:pt modelId="{11125CAB-4EB2-48AE-BD33-14927EF8F2CA}" type="parTrans" cxnId="{5DF10135-6019-444F-9A8C-E67D6635A904}">
      <dgm:prSet/>
      <dgm:spPr/>
      <dgm:t>
        <a:bodyPr/>
        <a:lstStyle/>
        <a:p>
          <a:endParaRPr lang="en-IN"/>
        </a:p>
      </dgm:t>
    </dgm:pt>
    <dgm:pt modelId="{BDE3066C-6341-4E0C-8D1C-3B18179DE525}" type="sibTrans" cxnId="{5DF10135-6019-444F-9A8C-E67D6635A904}">
      <dgm:prSet/>
      <dgm:spPr/>
      <dgm:t>
        <a:bodyPr/>
        <a:lstStyle/>
        <a:p>
          <a:endParaRPr lang="en-IN"/>
        </a:p>
      </dgm:t>
    </dgm:pt>
    <dgm:pt modelId="{7C5A8EF0-8FDD-438C-9DA1-4903D85B1DEE}">
      <dgm:prSet phldrT="[Text]"/>
      <dgm:spPr>
        <a:solidFill>
          <a:srgbClr val="0070C0">
            <a:alpha val="90000"/>
          </a:srgbClr>
        </a:solidFill>
        <a:ln>
          <a:solidFill>
            <a:srgbClr val="00B050"/>
          </a:solidFill>
        </a:ln>
      </dgm:spPr>
      <dgm:t>
        <a:bodyPr/>
        <a:lstStyle/>
        <a:p>
          <a:r>
            <a:rPr lang="en-US" dirty="0">
              <a:solidFill>
                <a:schemeClr val="tx2">
                  <a:lumMod val="10000"/>
                </a:schemeClr>
              </a:solidFill>
            </a:rPr>
            <a:t>Initial cost for AR development and 3D assets</a:t>
          </a:r>
          <a:endParaRPr lang="en-IN" dirty="0">
            <a:solidFill>
              <a:schemeClr val="tx2">
                <a:lumMod val="10000"/>
              </a:schemeClr>
            </a:solidFill>
          </a:endParaRPr>
        </a:p>
      </dgm:t>
    </dgm:pt>
    <dgm:pt modelId="{22D793B8-5784-4262-9B13-482963A043FF}" type="parTrans" cxnId="{1FEAE97A-86BF-44E1-9078-7DCB45E29F24}">
      <dgm:prSet/>
      <dgm:spPr/>
      <dgm:t>
        <a:bodyPr/>
        <a:lstStyle/>
        <a:p>
          <a:endParaRPr lang="en-IN"/>
        </a:p>
      </dgm:t>
    </dgm:pt>
    <dgm:pt modelId="{B89DCC53-9BF8-4A24-8A20-923A86D19148}" type="sibTrans" cxnId="{1FEAE97A-86BF-44E1-9078-7DCB45E29F24}">
      <dgm:prSet/>
      <dgm:spPr/>
      <dgm:t>
        <a:bodyPr/>
        <a:lstStyle/>
        <a:p>
          <a:endParaRPr lang="en-IN"/>
        </a:p>
      </dgm:t>
    </dgm:pt>
    <dgm:pt modelId="{4BF747C9-9054-44C4-A5BB-77DA0CF1F723}">
      <dgm:prSet phldrT="[Text]"/>
      <dgm:spPr>
        <a:solidFill>
          <a:srgbClr val="CC0066"/>
        </a:solidFill>
        <a:ln>
          <a:solidFill>
            <a:srgbClr val="92D050"/>
          </a:solidFill>
        </a:ln>
      </dgm:spPr>
      <dgm:t>
        <a:bodyPr/>
        <a:lstStyle/>
        <a:p>
          <a:r>
            <a:rPr lang="en-US" dirty="0">
              <a:solidFill>
                <a:schemeClr val="tx2">
                  <a:lumMod val="10000"/>
                </a:schemeClr>
              </a:solidFill>
            </a:rPr>
            <a:t>COMMUNITY COLLABORATION </a:t>
          </a:r>
          <a:endParaRPr lang="en-IN" dirty="0">
            <a:solidFill>
              <a:schemeClr val="tx2">
                <a:lumMod val="10000"/>
              </a:schemeClr>
            </a:solidFill>
          </a:endParaRPr>
        </a:p>
      </dgm:t>
    </dgm:pt>
    <dgm:pt modelId="{4A58ECFA-C670-4D5F-91E1-75F443DE9F50}" type="parTrans" cxnId="{D3AF38CF-98E9-430C-93F0-A95DF5BDAFD3}">
      <dgm:prSet/>
      <dgm:spPr/>
      <dgm:t>
        <a:bodyPr/>
        <a:lstStyle/>
        <a:p>
          <a:endParaRPr lang="en-IN"/>
        </a:p>
      </dgm:t>
    </dgm:pt>
    <dgm:pt modelId="{F7A54F8A-C2D1-4640-A916-606F5BC29888}" type="sibTrans" cxnId="{D3AF38CF-98E9-430C-93F0-A95DF5BDAFD3}">
      <dgm:prSet/>
      <dgm:spPr/>
      <dgm:t>
        <a:bodyPr/>
        <a:lstStyle/>
        <a:p>
          <a:endParaRPr lang="en-IN"/>
        </a:p>
      </dgm:t>
    </dgm:pt>
    <dgm:pt modelId="{ABCE9C49-8D87-4FBD-BFE2-369512B6A91C}">
      <dgm:prSet phldrT="[Text]"/>
      <dgm:spPr>
        <a:solidFill>
          <a:srgbClr val="002060">
            <a:alpha val="90000"/>
          </a:srgbClr>
        </a:solidFill>
        <a:ln>
          <a:solidFill>
            <a:srgbClr val="00B050"/>
          </a:solidFill>
        </a:ln>
      </dgm:spPr>
      <dgm:t>
        <a:bodyPr/>
        <a:lstStyle/>
        <a:p>
          <a:r>
            <a:rPr lang="en-US" dirty="0">
              <a:solidFill>
                <a:srgbClr val="DFDAFC"/>
              </a:solidFill>
            </a:rPr>
            <a:t>Onboarding business for rewards</a:t>
          </a:r>
          <a:endParaRPr lang="en-IN" dirty="0"/>
        </a:p>
      </dgm:t>
    </dgm:pt>
    <dgm:pt modelId="{C0ED9E0E-6FEA-40B0-A4F9-7D6BA150234D}" type="parTrans" cxnId="{94810A90-310D-44B4-8A22-1E84497E2EF2}">
      <dgm:prSet/>
      <dgm:spPr/>
      <dgm:t>
        <a:bodyPr/>
        <a:lstStyle/>
        <a:p>
          <a:endParaRPr lang="en-IN"/>
        </a:p>
      </dgm:t>
    </dgm:pt>
    <dgm:pt modelId="{0B894F3B-C82A-4D1E-8DB0-4BB443E316CF}" type="sibTrans" cxnId="{94810A90-310D-44B4-8A22-1E84497E2EF2}">
      <dgm:prSet/>
      <dgm:spPr/>
      <dgm:t>
        <a:bodyPr/>
        <a:lstStyle/>
        <a:p>
          <a:endParaRPr lang="en-IN"/>
        </a:p>
      </dgm:t>
    </dgm:pt>
    <dgm:pt modelId="{008EE65E-270D-4C6A-A23D-1FE729E18EC7}">
      <dgm:prSet phldrT="[Text]"/>
      <dgm:spPr>
        <a:solidFill>
          <a:srgbClr val="0070C0">
            <a:alpha val="90000"/>
          </a:srgbClr>
        </a:solidFill>
        <a:ln>
          <a:solidFill>
            <a:srgbClr val="00B050"/>
          </a:solidFill>
        </a:ln>
      </dgm:spPr>
      <dgm:t>
        <a:bodyPr/>
        <a:lstStyle/>
        <a:p>
          <a:r>
            <a:rPr lang="en-US" dirty="0">
              <a:solidFill>
                <a:schemeClr val="tx2">
                  <a:lumMod val="10000"/>
                </a:schemeClr>
              </a:solidFill>
            </a:rPr>
            <a:t>Complexities</a:t>
          </a:r>
        </a:p>
        <a:p>
          <a:r>
            <a:rPr lang="en-US" dirty="0">
              <a:solidFill>
                <a:schemeClr val="tx2">
                  <a:lumMod val="10000"/>
                </a:schemeClr>
              </a:solidFill>
            </a:rPr>
            <a:t>In integrating AR with flutter </a:t>
          </a:r>
          <a:endParaRPr lang="en-IN" dirty="0">
            <a:solidFill>
              <a:schemeClr val="tx2">
                <a:lumMod val="10000"/>
              </a:schemeClr>
            </a:solidFill>
          </a:endParaRPr>
        </a:p>
      </dgm:t>
    </dgm:pt>
    <dgm:pt modelId="{D2FDE373-7576-4EAE-93E0-A632C57330D1}" type="parTrans" cxnId="{815FB437-7844-4727-BAC3-43C0C7430A40}">
      <dgm:prSet/>
      <dgm:spPr/>
      <dgm:t>
        <a:bodyPr/>
        <a:lstStyle/>
        <a:p>
          <a:endParaRPr lang="en-IN"/>
        </a:p>
      </dgm:t>
    </dgm:pt>
    <dgm:pt modelId="{C539710C-991B-412B-AC06-47405CB2E47E}" type="sibTrans" cxnId="{815FB437-7844-4727-BAC3-43C0C7430A40}">
      <dgm:prSet/>
      <dgm:spPr/>
      <dgm:t>
        <a:bodyPr/>
        <a:lstStyle/>
        <a:p>
          <a:endParaRPr lang="en-IN"/>
        </a:p>
      </dgm:t>
    </dgm:pt>
    <dgm:pt modelId="{C42588D8-F702-4801-9A9E-151ACE915520}">
      <dgm:prSet phldrT="[Text]"/>
      <dgm:spPr>
        <a:solidFill>
          <a:srgbClr val="002060">
            <a:alpha val="90000"/>
          </a:srgbClr>
        </a:solidFill>
        <a:ln>
          <a:solidFill>
            <a:srgbClr val="00B050"/>
          </a:solidFill>
        </a:ln>
      </dgm:spPr>
      <dgm:t>
        <a:bodyPr/>
        <a:lstStyle/>
        <a:p>
          <a:r>
            <a:rPr lang="en-US" dirty="0">
              <a:solidFill>
                <a:srgbClr val="DFDAFC"/>
              </a:solidFill>
            </a:rPr>
            <a:t>Encouraging users to report unsafe practices</a:t>
          </a:r>
          <a:endParaRPr lang="en-IN" dirty="0">
            <a:solidFill>
              <a:srgbClr val="DFDAFC"/>
            </a:solidFill>
          </a:endParaRPr>
        </a:p>
      </dgm:t>
    </dgm:pt>
    <dgm:pt modelId="{72D1E62B-151B-4768-A18D-8C1EB5EB1949}" type="parTrans" cxnId="{94F05C6B-90A5-42A9-826E-C77B353DE252}">
      <dgm:prSet/>
      <dgm:spPr/>
      <dgm:t>
        <a:bodyPr/>
        <a:lstStyle/>
        <a:p>
          <a:endParaRPr lang="en-IN"/>
        </a:p>
      </dgm:t>
    </dgm:pt>
    <dgm:pt modelId="{7FD84628-08BA-4882-A7EB-7F7D10ECF3F8}" type="sibTrans" cxnId="{94F05C6B-90A5-42A9-826E-C77B353DE252}">
      <dgm:prSet/>
      <dgm:spPr/>
      <dgm:t>
        <a:bodyPr/>
        <a:lstStyle/>
        <a:p>
          <a:endParaRPr lang="en-IN"/>
        </a:p>
      </dgm:t>
    </dgm:pt>
    <dgm:pt modelId="{57540ACA-8EFA-47B8-9119-362647A64165}" type="pres">
      <dgm:prSet presAssocID="{E8F7AB5A-1D23-4535-9215-A2C241FDF2D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8A25A56-3265-45BA-A89D-08F7C39F5631}" type="pres">
      <dgm:prSet presAssocID="{8019F4BD-CB3F-4A63-9EDB-8AC9DDFDB662}" presName="root" presStyleCnt="0"/>
      <dgm:spPr/>
    </dgm:pt>
    <dgm:pt modelId="{869BA40F-4A14-4165-B00D-A4AC8EF1C90D}" type="pres">
      <dgm:prSet presAssocID="{8019F4BD-CB3F-4A63-9EDB-8AC9DDFDB662}" presName="rootComposite" presStyleCnt="0"/>
      <dgm:spPr/>
    </dgm:pt>
    <dgm:pt modelId="{2CE66A86-F3E8-44B9-BDAC-F0C9E5F1F854}" type="pres">
      <dgm:prSet presAssocID="{8019F4BD-CB3F-4A63-9EDB-8AC9DDFDB662}" presName="rootText" presStyleLbl="node1" presStyleIdx="0" presStyleCnt="2"/>
      <dgm:spPr/>
    </dgm:pt>
    <dgm:pt modelId="{413CC1C3-4AEC-479E-9A28-E36CBEFC4B39}" type="pres">
      <dgm:prSet presAssocID="{8019F4BD-CB3F-4A63-9EDB-8AC9DDFDB662}" presName="rootConnector" presStyleLbl="node1" presStyleIdx="0" presStyleCnt="2"/>
      <dgm:spPr/>
    </dgm:pt>
    <dgm:pt modelId="{A558013D-353D-41C8-8D08-923BD7969A02}" type="pres">
      <dgm:prSet presAssocID="{8019F4BD-CB3F-4A63-9EDB-8AC9DDFDB662}" presName="childShape" presStyleCnt="0"/>
      <dgm:spPr/>
    </dgm:pt>
    <dgm:pt modelId="{D371F142-FE95-416A-B397-37E3D2ED973D}" type="pres">
      <dgm:prSet presAssocID="{22D793B8-5784-4262-9B13-482963A043FF}" presName="Name13" presStyleLbl="parChTrans1D2" presStyleIdx="0" presStyleCnt="4"/>
      <dgm:spPr/>
    </dgm:pt>
    <dgm:pt modelId="{093AEF10-217A-4490-9E0A-018FC4C82324}" type="pres">
      <dgm:prSet presAssocID="{7C5A8EF0-8FDD-438C-9DA1-4903D85B1DEE}" presName="childText" presStyleLbl="bgAcc1" presStyleIdx="0" presStyleCnt="4">
        <dgm:presLayoutVars>
          <dgm:bulletEnabled val="1"/>
        </dgm:presLayoutVars>
      </dgm:prSet>
      <dgm:spPr/>
    </dgm:pt>
    <dgm:pt modelId="{08280876-8AF3-4C7F-AA7A-C21DE6D940CE}" type="pres">
      <dgm:prSet presAssocID="{D2FDE373-7576-4EAE-93E0-A632C57330D1}" presName="Name13" presStyleLbl="parChTrans1D2" presStyleIdx="1" presStyleCnt="4"/>
      <dgm:spPr/>
    </dgm:pt>
    <dgm:pt modelId="{146E31BC-D16A-42EB-AC5C-F27715445B1B}" type="pres">
      <dgm:prSet presAssocID="{008EE65E-270D-4C6A-A23D-1FE729E18EC7}" presName="childText" presStyleLbl="bgAcc1" presStyleIdx="1" presStyleCnt="4">
        <dgm:presLayoutVars>
          <dgm:bulletEnabled val="1"/>
        </dgm:presLayoutVars>
      </dgm:prSet>
      <dgm:spPr/>
    </dgm:pt>
    <dgm:pt modelId="{AED5E9FC-0AC3-4694-AF38-5550CB11C34B}" type="pres">
      <dgm:prSet presAssocID="{4BF747C9-9054-44C4-A5BB-77DA0CF1F723}" presName="root" presStyleCnt="0"/>
      <dgm:spPr/>
    </dgm:pt>
    <dgm:pt modelId="{1EB9DC19-FF07-4BB8-B4A4-529CA661750E}" type="pres">
      <dgm:prSet presAssocID="{4BF747C9-9054-44C4-A5BB-77DA0CF1F723}" presName="rootComposite" presStyleCnt="0"/>
      <dgm:spPr/>
    </dgm:pt>
    <dgm:pt modelId="{08AE6D5F-93A9-4F30-A0CC-76A89CB548F1}" type="pres">
      <dgm:prSet presAssocID="{4BF747C9-9054-44C4-A5BB-77DA0CF1F723}" presName="rootText" presStyleLbl="node1" presStyleIdx="1" presStyleCnt="2"/>
      <dgm:spPr/>
    </dgm:pt>
    <dgm:pt modelId="{7A7DDB37-19A3-44D7-8B58-0DE7A015AD05}" type="pres">
      <dgm:prSet presAssocID="{4BF747C9-9054-44C4-A5BB-77DA0CF1F723}" presName="rootConnector" presStyleLbl="node1" presStyleIdx="1" presStyleCnt="2"/>
      <dgm:spPr/>
    </dgm:pt>
    <dgm:pt modelId="{0999DED8-A691-4B44-A099-C2561CC1AA02}" type="pres">
      <dgm:prSet presAssocID="{4BF747C9-9054-44C4-A5BB-77DA0CF1F723}" presName="childShape" presStyleCnt="0"/>
      <dgm:spPr/>
    </dgm:pt>
    <dgm:pt modelId="{8990A618-8537-4988-B3FE-99BA48481E13}" type="pres">
      <dgm:prSet presAssocID="{C0ED9E0E-6FEA-40B0-A4F9-7D6BA150234D}" presName="Name13" presStyleLbl="parChTrans1D2" presStyleIdx="2" presStyleCnt="4"/>
      <dgm:spPr/>
    </dgm:pt>
    <dgm:pt modelId="{56ECF2E3-3160-42A6-BBD2-98D0FBE459CE}" type="pres">
      <dgm:prSet presAssocID="{ABCE9C49-8D87-4FBD-BFE2-369512B6A91C}" presName="childText" presStyleLbl="bgAcc1" presStyleIdx="2" presStyleCnt="4" custLinFactNeighborX="35" custLinFactNeighborY="-2333">
        <dgm:presLayoutVars>
          <dgm:bulletEnabled val="1"/>
        </dgm:presLayoutVars>
      </dgm:prSet>
      <dgm:spPr/>
    </dgm:pt>
    <dgm:pt modelId="{81F489F9-0D09-4D02-9E2C-059DB353ADE3}" type="pres">
      <dgm:prSet presAssocID="{72D1E62B-151B-4768-A18D-8C1EB5EB1949}" presName="Name13" presStyleLbl="parChTrans1D2" presStyleIdx="3" presStyleCnt="4"/>
      <dgm:spPr/>
    </dgm:pt>
    <dgm:pt modelId="{B29CF702-1155-4842-ACD1-7710E243D19B}" type="pres">
      <dgm:prSet presAssocID="{C42588D8-F702-4801-9A9E-151ACE915520}" presName="childText" presStyleLbl="bgAcc1" presStyleIdx="3" presStyleCnt="4">
        <dgm:presLayoutVars>
          <dgm:bulletEnabled val="1"/>
        </dgm:presLayoutVars>
      </dgm:prSet>
      <dgm:spPr/>
    </dgm:pt>
  </dgm:ptLst>
  <dgm:cxnLst>
    <dgm:cxn modelId="{FF052725-71D5-4945-BC2F-E7260DE039DD}" type="presOf" srcId="{C0ED9E0E-6FEA-40B0-A4F9-7D6BA150234D}" destId="{8990A618-8537-4988-B3FE-99BA48481E13}" srcOrd="0" destOrd="0" presId="urn:microsoft.com/office/officeart/2005/8/layout/hierarchy3"/>
    <dgm:cxn modelId="{BC4C3428-F69F-4BCB-8889-A3273113770C}" type="presOf" srcId="{E8F7AB5A-1D23-4535-9215-A2C241FDF2DE}" destId="{57540ACA-8EFA-47B8-9119-362647A64165}" srcOrd="0" destOrd="0" presId="urn:microsoft.com/office/officeart/2005/8/layout/hierarchy3"/>
    <dgm:cxn modelId="{5DF10135-6019-444F-9A8C-E67D6635A904}" srcId="{E8F7AB5A-1D23-4535-9215-A2C241FDF2DE}" destId="{8019F4BD-CB3F-4A63-9EDB-8AC9DDFDB662}" srcOrd="0" destOrd="0" parTransId="{11125CAB-4EB2-48AE-BD33-14927EF8F2CA}" sibTransId="{BDE3066C-6341-4E0C-8D1C-3B18179DE525}"/>
    <dgm:cxn modelId="{815FB437-7844-4727-BAC3-43C0C7430A40}" srcId="{8019F4BD-CB3F-4A63-9EDB-8AC9DDFDB662}" destId="{008EE65E-270D-4C6A-A23D-1FE729E18EC7}" srcOrd="1" destOrd="0" parTransId="{D2FDE373-7576-4EAE-93E0-A632C57330D1}" sibTransId="{C539710C-991B-412B-AC06-47405CB2E47E}"/>
    <dgm:cxn modelId="{E3836138-86A8-4748-A642-B0808BB610F0}" type="presOf" srcId="{D2FDE373-7576-4EAE-93E0-A632C57330D1}" destId="{08280876-8AF3-4C7F-AA7A-C21DE6D940CE}" srcOrd="0" destOrd="0" presId="urn:microsoft.com/office/officeart/2005/8/layout/hierarchy3"/>
    <dgm:cxn modelId="{3ECC1B39-032F-4474-AD3A-6360B91C2A1D}" type="presOf" srcId="{72D1E62B-151B-4768-A18D-8C1EB5EB1949}" destId="{81F489F9-0D09-4D02-9E2C-059DB353ADE3}" srcOrd="0" destOrd="0" presId="urn:microsoft.com/office/officeart/2005/8/layout/hierarchy3"/>
    <dgm:cxn modelId="{C2F2A167-DE30-42A0-A10C-B8F1B3BDEE96}" type="presOf" srcId="{ABCE9C49-8D87-4FBD-BFE2-369512B6A91C}" destId="{56ECF2E3-3160-42A6-BBD2-98D0FBE459CE}" srcOrd="0" destOrd="0" presId="urn:microsoft.com/office/officeart/2005/8/layout/hierarchy3"/>
    <dgm:cxn modelId="{94F05C6B-90A5-42A9-826E-C77B353DE252}" srcId="{4BF747C9-9054-44C4-A5BB-77DA0CF1F723}" destId="{C42588D8-F702-4801-9A9E-151ACE915520}" srcOrd="1" destOrd="0" parTransId="{72D1E62B-151B-4768-A18D-8C1EB5EB1949}" sibTransId="{7FD84628-08BA-4882-A7EB-7F7D10ECF3F8}"/>
    <dgm:cxn modelId="{1FEAE97A-86BF-44E1-9078-7DCB45E29F24}" srcId="{8019F4BD-CB3F-4A63-9EDB-8AC9DDFDB662}" destId="{7C5A8EF0-8FDD-438C-9DA1-4903D85B1DEE}" srcOrd="0" destOrd="0" parTransId="{22D793B8-5784-4262-9B13-482963A043FF}" sibTransId="{B89DCC53-9BF8-4A24-8A20-923A86D19148}"/>
    <dgm:cxn modelId="{3D44D37D-DE35-4E39-BA6B-E46AC58BAC79}" type="presOf" srcId="{C42588D8-F702-4801-9A9E-151ACE915520}" destId="{B29CF702-1155-4842-ACD1-7710E243D19B}" srcOrd="0" destOrd="0" presId="urn:microsoft.com/office/officeart/2005/8/layout/hierarchy3"/>
    <dgm:cxn modelId="{94810A90-310D-44B4-8A22-1E84497E2EF2}" srcId="{4BF747C9-9054-44C4-A5BB-77DA0CF1F723}" destId="{ABCE9C49-8D87-4FBD-BFE2-369512B6A91C}" srcOrd="0" destOrd="0" parTransId="{C0ED9E0E-6FEA-40B0-A4F9-7D6BA150234D}" sibTransId="{0B894F3B-C82A-4D1E-8DB0-4BB443E316CF}"/>
    <dgm:cxn modelId="{02899397-77F3-4822-AEEA-C42CDEF2B2D0}" type="presOf" srcId="{8019F4BD-CB3F-4A63-9EDB-8AC9DDFDB662}" destId="{413CC1C3-4AEC-479E-9A28-E36CBEFC4B39}" srcOrd="1" destOrd="0" presId="urn:microsoft.com/office/officeart/2005/8/layout/hierarchy3"/>
    <dgm:cxn modelId="{C717EF99-F419-41AE-9BB3-149C22166B2F}" type="presOf" srcId="{8019F4BD-CB3F-4A63-9EDB-8AC9DDFDB662}" destId="{2CE66A86-F3E8-44B9-BDAC-F0C9E5F1F854}" srcOrd="0" destOrd="0" presId="urn:microsoft.com/office/officeart/2005/8/layout/hierarchy3"/>
    <dgm:cxn modelId="{463194C3-EF52-4857-B5DC-006DFD16D76C}" type="presOf" srcId="{008EE65E-270D-4C6A-A23D-1FE729E18EC7}" destId="{146E31BC-D16A-42EB-AC5C-F27715445B1B}" srcOrd="0" destOrd="0" presId="urn:microsoft.com/office/officeart/2005/8/layout/hierarchy3"/>
    <dgm:cxn modelId="{C6881BCB-1D46-48ED-9E63-56FE1BEF5BCC}" type="presOf" srcId="{4BF747C9-9054-44C4-A5BB-77DA0CF1F723}" destId="{08AE6D5F-93A9-4F30-A0CC-76A89CB548F1}" srcOrd="0" destOrd="0" presId="urn:microsoft.com/office/officeart/2005/8/layout/hierarchy3"/>
    <dgm:cxn modelId="{D3AF38CF-98E9-430C-93F0-A95DF5BDAFD3}" srcId="{E8F7AB5A-1D23-4535-9215-A2C241FDF2DE}" destId="{4BF747C9-9054-44C4-A5BB-77DA0CF1F723}" srcOrd="1" destOrd="0" parTransId="{4A58ECFA-C670-4D5F-91E1-75F443DE9F50}" sibTransId="{F7A54F8A-C2D1-4640-A916-606F5BC29888}"/>
    <dgm:cxn modelId="{9C9824E0-F17C-4349-BA56-A0F81BE9B19F}" type="presOf" srcId="{4BF747C9-9054-44C4-A5BB-77DA0CF1F723}" destId="{7A7DDB37-19A3-44D7-8B58-0DE7A015AD05}" srcOrd="1" destOrd="0" presId="urn:microsoft.com/office/officeart/2005/8/layout/hierarchy3"/>
    <dgm:cxn modelId="{2098EAED-0C28-4DBD-BC8A-A725A9F25DC7}" type="presOf" srcId="{7C5A8EF0-8FDD-438C-9DA1-4903D85B1DEE}" destId="{093AEF10-217A-4490-9E0A-018FC4C82324}" srcOrd="0" destOrd="0" presId="urn:microsoft.com/office/officeart/2005/8/layout/hierarchy3"/>
    <dgm:cxn modelId="{C6EFAEF3-E514-4419-B3D9-FD13E4EBF268}" type="presOf" srcId="{22D793B8-5784-4262-9B13-482963A043FF}" destId="{D371F142-FE95-416A-B397-37E3D2ED973D}" srcOrd="0" destOrd="0" presId="urn:microsoft.com/office/officeart/2005/8/layout/hierarchy3"/>
    <dgm:cxn modelId="{5E56DC07-2B19-4481-AFD7-9FFC72727037}" type="presParOf" srcId="{57540ACA-8EFA-47B8-9119-362647A64165}" destId="{D8A25A56-3265-45BA-A89D-08F7C39F5631}" srcOrd="0" destOrd="0" presId="urn:microsoft.com/office/officeart/2005/8/layout/hierarchy3"/>
    <dgm:cxn modelId="{499AE49A-56AB-4A10-A846-AF27CA416A5B}" type="presParOf" srcId="{D8A25A56-3265-45BA-A89D-08F7C39F5631}" destId="{869BA40F-4A14-4165-B00D-A4AC8EF1C90D}" srcOrd="0" destOrd="0" presId="urn:microsoft.com/office/officeart/2005/8/layout/hierarchy3"/>
    <dgm:cxn modelId="{F06B9C50-4B2D-49FF-97F7-D3CDCFAA7483}" type="presParOf" srcId="{869BA40F-4A14-4165-B00D-A4AC8EF1C90D}" destId="{2CE66A86-F3E8-44B9-BDAC-F0C9E5F1F854}" srcOrd="0" destOrd="0" presId="urn:microsoft.com/office/officeart/2005/8/layout/hierarchy3"/>
    <dgm:cxn modelId="{26A4C969-A881-4ABB-B76F-65CE6088B235}" type="presParOf" srcId="{869BA40F-4A14-4165-B00D-A4AC8EF1C90D}" destId="{413CC1C3-4AEC-479E-9A28-E36CBEFC4B39}" srcOrd="1" destOrd="0" presId="urn:microsoft.com/office/officeart/2005/8/layout/hierarchy3"/>
    <dgm:cxn modelId="{63741F0F-5A06-44DA-B401-1ACB608D6580}" type="presParOf" srcId="{D8A25A56-3265-45BA-A89D-08F7C39F5631}" destId="{A558013D-353D-41C8-8D08-923BD7969A02}" srcOrd="1" destOrd="0" presId="urn:microsoft.com/office/officeart/2005/8/layout/hierarchy3"/>
    <dgm:cxn modelId="{88B0CC52-0852-4B4E-BD9B-FD056252D93E}" type="presParOf" srcId="{A558013D-353D-41C8-8D08-923BD7969A02}" destId="{D371F142-FE95-416A-B397-37E3D2ED973D}" srcOrd="0" destOrd="0" presId="urn:microsoft.com/office/officeart/2005/8/layout/hierarchy3"/>
    <dgm:cxn modelId="{0A928E4B-2402-40B3-A55B-3540E864B623}" type="presParOf" srcId="{A558013D-353D-41C8-8D08-923BD7969A02}" destId="{093AEF10-217A-4490-9E0A-018FC4C82324}" srcOrd="1" destOrd="0" presId="urn:microsoft.com/office/officeart/2005/8/layout/hierarchy3"/>
    <dgm:cxn modelId="{2F4790C7-7945-46AC-8D8F-6D3AB11C9D2B}" type="presParOf" srcId="{A558013D-353D-41C8-8D08-923BD7969A02}" destId="{08280876-8AF3-4C7F-AA7A-C21DE6D940CE}" srcOrd="2" destOrd="0" presId="urn:microsoft.com/office/officeart/2005/8/layout/hierarchy3"/>
    <dgm:cxn modelId="{8F3AAB57-B2CD-4F21-A15F-A9FA35DA79E1}" type="presParOf" srcId="{A558013D-353D-41C8-8D08-923BD7969A02}" destId="{146E31BC-D16A-42EB-AC5C-F27715445B1B}" srcOrd="3" destOrd="0" presId="urn:microsoft.com/office/officeart/2005/8/layout/hierarchy3"/>
    <dgm:cxn modelId="{CC7C04AB-4B25-4D10-BE1D-007A0F6530EF}" type="presParOf" srcId="{57540ACA-8EFA-47B8-9119-362647A64165}" destId="{AED5E9FC-0AC3-4694-AF38-5550CB11C34B}" srcOrd="1" destOrd="0" presId="urn:microsoft.com/office/officeart/2005/8/layout/hierarchy3"/>
    <dgm:cxn modelId="{5EAA5135-DA19-4B4B-966B-F6212F1D93C2}" type="presParOf" srcId="{AED5E9FC-0AC3-4694-AF38-5550CB11C34B}" destId="{1EB9DC19-FF07-4BB8-B4A4-529CA661750E}" srcOrd="0" destOrd="0" presId="urn:microsoft.com/office/officeart/2005/8/layout/hierarchy3"/>
    <dgm:cxn modelId="{97FB1906-5FEE-4DAE-95C4-4ECCD329B044}" type="presParOf" srcId="{1EB9DC19-FF07-4BB8-B4A4-529CA661750E}" destId="{08AE6D5F-93A9-4F30-A0CC-76A89CB548F1}" srcOrd="0" destOrd="0" presId="urn:microsoft.com/office/officeart/2005/8/layout/hierarchy3"/>
    <dgm:cxn modelId="{DEE580EC-F732-4417-9CB4-38DAFF7129A9}" type="presParOf" srcId="{1EB9DC19-FF07-4BB8-B4A4-529CA661750E}" destId="{7A7DDB37-19A3-44D7-8B58-0DE7A015AD05}" srcOrd="1" destOrd="0" presId="urn:microsoft.com/office/officeart/2005/8/layout/hierarchy3"/>
    <dgm:cxn modelId="{E904DA38-CA92-43F6-B462-D347E8DAB4E6}" type="presParOf" srcId="{AED5E9FC-0AC3-4694-AF38-5550CB11C34B}" destId="{0999DED8-A691-4B44-A099-C2561CC1AA02}" srcOrd="1" destOrd="0" presId="urn:microsoft.com/office/officeart/2005/8/layout/hierarchy3"/>
    <dgm:cxn modelId="{D7BD2104-8BD8-49E8-8233-0EC82C6577B6}" type="presParOf" srcId="{0999DED8-A691-4B44-A099-C2561CC1AA02}" destId="{8990A618-8537-4988-B3FE-99BA48481E13}" srcOrd="0" destOrd="0" presId="urn:microsoft.com/office/officeart/2005/8/layout/hierarchy3"/>
    <dgm:cxn modelId="{E687E632-C988-4F58-9306-CEAFB79D7A72}" type="presParOf" srcId="{0999DED8-A691-4B44-A099-C2561CC1AA02}" destId="{56ECF2E3-3160-42A6-BBD2-98D0FBE459CE}" srcOrd="1" destOrd="0" presId="urn:microsoft.com/office/officeart/2005/8/layout/hierarchy3"/>
    <dgm:cxn modelId="{1E1A66CD-6E3E-4307-BA8C-A635790C2103}" type="presParOf" srcId="{0999DED8-A691-4B44-A099-C2561CC1AA02}" destId="{81F489F9-0D09-4D02-9E2C-059DB353ADE3}" srcOrd="2" destOrd="0" presId="urn:microsoft.com/office/officeart/2005/8/layout/hierarchy3"/>
    <dgm:cxn modelId="{99023EC5-1E38-4FAD-B655-639246B1CC03}" type="presParOf" srcId="{0999DED8-A691-4B44-A099-C2561CC1AA02}" destId="{B29CF702-1155-4842-ACD1-7710E243D19B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FEF5F8-3079-47C1-852E-9E17E3509D79}" type="doc">
      <dgm:prSet loTypeId="urn:microsoft.com/office/officeart/2005/8/layout/hList6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619BE59-E375-4B77-9F07-66EC80E24713}">
      <dgm:prSet phldrT="[Text]"/>
      <dgm:spPr>
        <a:solidFill>
          <a:schemeClr val="tx2">
            <a:lumMod val="10000"/>
          </a:schemeClr>
        </a:solidFill>
      </dgm:spPr>
      <dgm:t>
        <a:bodyPr/>
        <a:lstStyle/>
        <a:p>
          <a:r>
            <a:rPr lang="en-IN" b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Gamified Learning Modules</a:t>
          </a:r>
          <a:endParaRPr lang="en-IN" dirty="0">
            <a:solidFill>
              <a:srgbClr val="FFFF00"/>
            </a:solidFill>
          </a:endParaRPr>
        </a:p>
      </dgm:t>
    </dgm:pt>
    <dgm:pt modelId="{91758931-253C-4403-823D-1010CF933D4E}" type="parTrans" cxnId="{95BA23A0-655A-431A-B49F-CE7DC6C1A151}">
      <dgm:prSet/>
      <dgm:spPr/>
      <dgm:t>
        <a:bodyPr/>
        <a:lstStyle/>
        <a:p>
          <a:endParaRPr lang="en-IN"/>
        </a:p>
      </dgm:t>
    </dgm:pt>
    <dgm:pt modelId="{49901E6A-FBDA-4834-BE8C-0A7302E4503A}" type="sibTrans" cxnId="{95BA23A0-655A-431A-B49F-CE7DC6C1A151}">
      <dgm:prSet/>
      <dgm:spPr/>
      <dgm:t>
        <a:bodyPr/>
        <a:lstStyle/>
        <a:p>
          <a:endParaRPr lang="en-IN"/>
        </a:p>
      </dgm:t>
    </dgm:pt>
    <dgm:pt modelId="{693B0528-9604-4D31-840A-0C8678255BEE}">
      <dgm:prSet phldrT="[Text]"/>
      <dgm:spPr>
        <a:solidFill>
          <a:schemeClr val="tx2">
            <a:lumMod val="10000"/>
          </a:schemeClr>
        </a:solidFill>
      </dgm:spPr>
      <dgm:t>
        <a:bodyPr/>
        <a:lstStyle/>
        <a:p>
          <a:r>
            <a:rPr lang="en-US" dirty="0">
              <a:latin typeface="Cambria" panose="02040503050406030204" pitchFamily="18" charset="0"/>
              <a:ea typeface="Cambria" panose="02040503050406030204" pitchFamily="18" charset="0"/>
            </a:rPr>
            <a:t>Interactive quizzes tailored to various difficulty levels.</a:t>
          </a:r>
          <a:endParaRPr lang="en-IN" dirty="0"/>
        </a:p>
      </dgm:t>
    </dgm:pt>
    <dgm:pt modelId="{5644A5AA-9833-49C1-A8E8-8915B8C0F909}" type="parTrans" cxnId="{A13B9BE1-AD9B-49A0-830A-7E59D68790D0}">
      <dgm:prSet/>
      <dgm:spPr/>
      <dgm:t>
        <a:bodyPr/>
        <a:lstStyle/>
        <a:p>
          <a:endParaRPr lang="en-IN"/>
        </a:p>
      </dgm:t>
    </dgm:pt>
    <dgm:pt modelId="{91473780-1767-4823-97B4-B34A4BAB0796}" type="sibTrans" cxnId="{A13B9BE1-AD9B-49A0-830A-7E59D68790D0}">
      <dgm:prSet/>
      <dgm:spPr/>
      <dgm:t>
        <a:bodyPr/>
        <a:lstStyle/>
        <a:p>
          <a:endParaRPr lang="en-IN"/>
        </a:p>
      </dgm:t>
    </dgm:pt>
    <dgm:pt modelId="{96586312-3AC3-4A1B-AC7F-41EF7B3E76BE}">
      <dgm:prSet phldrT="[Text]"/>
      <dgm:spPr>
        <a:solidFill>
          <a:schemeClr val="accent3">
            <a:lumMod val="10000"/>
          </a:schemeClr>
        </a:solidFill>
      </dgm:spPr>
      <dgm:t>
        <a:bodyPr/>
        <a:lstStyle/>
        <a:p>
          <a:r>
            <a:rPr lang="en-IN" b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AR-Based Simulations</a:t>
          </a:r>
          <a:endParaRPr lang="en-IN" dirty="0">
            <a:solidFill>
              <a:srgbClr val="FFFF00"/>
            </a:solidFill>
          </a:endParaRPr>
        </a:p>
      </dgm:t>
    </dgm:pt>
    <dgm:pt modelId="{1EDDFF5A-9792-4478-9907-C2481AA52D2F}" type="parTrans" cxnId="{CAA00167-BB37-43BF-AFCD-BFFD8C4FBF53}">
      <dgm:prSet/>
      <dgm:spPr/>
      <dgm:t>
        <a:bodyPr/>
        <a:lstStyle/>
        <a:p>
          <a:endParaRPr lang="en-IN"/>
        </a:p>
      </dgm:t>
    </dgm:pt>
    <dgm:pt modelId="{E5CDD77A-E622-4DE3-982F-A1ACCDF913FE}" type="sibTrans" cxnId="{CAA00167-BB37-43BF-AFCD-BFFD8C4FBF53}">
      <dgm:prSet/>
      <dgm:spPr/>
      <dgm:t>
        <a:bodyPr/>
        <a:lstStyle/>
        <a:p>
          <a:endParaRPr lang="en-IN"/>
        </a:p>
      </dgm:t>
    </dgm:pt>
    <dgm:pt modelId="{0C7E9121-D43A-4DD7-B689-0E50BD28096B}">
      <dgm:prSet phldrT="[Text]"/>
      <dgm:spPr>
        <a:solidFill>
          <a:schemeClr val="accent3">
            <a:lumMod val="10000"/>
          </a:schemeClr>
        </a:solidFill>
      </dgm:spPr>
      <dgm:t>
        <a:bodyPr/>
        <a:lstStyle/>
        <a:p>
          <a:r>
            <a:rPr lang="en-US">
              <a:latin typeface="Cambria" panose="02040503050406030204" pitchFamily="18" charset="0"/>
              <a:ea typeface="Cambria" panose="02040503050406030204" pitchFamily="18" charset="0"/>
            </a:rPr>
            <a:t>Virtual scenarios for practicing safe driving and pedestrian habits.</a:t>
          </a:r>
          <a:endParaRPr lang="en-IN" dirty="0"/>
        </a:p>
      </dgm:t>
    </dgm:pt>
    <dgm:pt modelId="{9384480B-3677-48DF-AB5B-8F980779473B}" type="parTrans" cxnId="{8CA08847-3216-4A64-BC12-C1A3FB196D5D}">
      <dgm:prSet/>
      <dgm:spPr/>
      <dgm:t>
        <a:bodyPr/>
        <a:lstStyle/>
        <a:p>
          <a:endParaRPr lang="en-IN"/>
        </a:p>
      </dgm:t>
    </dgm:pt>
    <dgm:pt modelId="{0A9E285C-E380-400E-9853-E961C002A887}" type="sibTrans" cxnId="{8CA08847-3216-4A64-BC12-C1A3FB196D5D}">
      <dgm:prSet/>
      <dgm:spPr/>
      <dgm:t>
        <a:bodyPr/>
        <a:lstStyle/>
        <a:p>
          <a:endParaRPr lang="en-IN"/>
        </a:p>
      </dgm:t>
    </dgm:pt>
    <dgm:pt modelId="{1B21C4B6-C44C-48CA-89C2-B0517DD62F23}">
      <dgm:prSet phldrT="[Text]"/>
      <dgm:spPr>
        <a:solidFill>
          <a:schemeClr val="tx2">
            <a:lumMod val="10000"/>
          </a:schemeClr>
        </a:solidFill>
      </dgm:spPr>
      <dgm:t>
        <a:bodyPr/>
        <a:lstStyle/>
        <a:p>
          <a:r>
            <a:rPr lang="en-IN" b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Leaderboards and Rewards</a:t>
          </a:r>
          <a:endParaRPr lang="en-IN" dirty="0">
            <a:solidFill>
              <a:srgbClr val="FFFF00"/>
            </a:solidFill>
          </a:endParaRPr>
        </a:p>
      </dgm:t>
    </dgm:pt>
    <dgm:pt modelId="{D0C9BCC5-DECC-47D1-8EBD-4644BE2BFE3D}" type="parTrans" cxnId="{1142CA5A-86C0-40EF-AE27-0CBC320D7809}">
      <dgm:prSet/>
      <dgm:spPr/>
      <dgm:t>
        <a:bodyPr/>
        <a:lstStyle/>
        <a:p>
          <a:endParaRPr lang="en-IN"/>
        </a:p>
      </dgm:t>
    </dgm:pt>
    <dgm:pt modelId="{73C9CAD2-1BC4-4F55-8C5A-84A26BD73B55}" type="sibTrans" cxnId="{1142CA5A-86C0-40EF-AE27-0CBC320D7809}">
      <dgm:prSet/>
      <dgm:spPr/>
      <dgm:t>
        <a:bodyPr/>
        <a:lstStyle/>
        <a:p>
          <a:endParaRPr lang="en-IN"/>
        </a:p>
      </dgm:t>
    </dgm:pt>
    <dgm:pt modelId="{85204B2A-4DB2-474D-A642-0BB96677FFA1}">
      <dgm:prSet phldrT="[Text]"/>
      <dgm:spPr>
        <a:solidFill>
          <a:schemeClr val="tx2">
            <a:lumMod val="10000"/>
          </a:schemeClr>
        </a:solidFill>
      </dgm:spPr>
      <dgm:t>
        <a:bodyPr/>
        <a:lstStyle/>
        <a:p>
          <a:r>
            <a:rPr lang="en-US" dirty="0">
              <a:latin typeface="Cambria" panose="02040503050406030204" pitchFamily="18" charset="0"/>
              <a:ea typeface="Cambria" panose="02040503050406030204" pitchFamily="18" charset="0"/>
            </a:rPr>
            <a:t>Foster healthy competition and incentivize participation.</a:t>
          </a:r>
          <a:endParaRPr lang="en-IN" dirty="0"/>
        </a:p>
      </dgm:t>
    </dgm:pt>
    <dgm:pt modelId="{AA541A7F-39CC-450E-B25D-F1FE19C17804}" type="parTrans" cxnId="{24638E72-3733-4D57-8026-3F2E0F59712C}">
      <dgm:prSet/>
      <dgm:spPr/>
      <dgm:t>
        <a:bodyPr/>
        <a:lstStyle/>
        <a:p>
          <a:endParaRPr lang="en-IN"/>
        </a:p>
      </dgm:t>
    </dgm:pt>
    <dgm:pt modelId="{E7978F73-DCF7-4828-B308-815ACB24E767}" type="sibTrans" cxnId="{24638E72-3733-4D57-8026-3F2E0F59712C}">
      <dgm:prSet/>
      <dgm:spPr/>
      <dgm:t>
        <a:bodyPr/>
        <a:lstStyle/>
        <a:p>
          <a:endParaRPr lang="en-IN"/>
        </a:p>
      </dgm:t>
    </dgm:pt>
    <dgm:pt modelId="{365E7AB0-8314-4F1C-BE58-4C8AEAB75EF7}" type="pres">
      <dgm:prSet presAssocID="{DEFEF5F8-3079-47C1-852E-9E17E3509D79}" presName="Name0" presStyleCnt="0">
        <dgm:presLayoutVars>
          <dgm:dir/>
          <dgm:resizeHandles val="exact"/>
        </dgm:presLayoutVars>
      </dgm:prSet>
      <dgm:spPr/>
    </dgm:pt>
    <dgm:pt modelId="{1FF8811D-A008-4563-8AF7-730CC66CF773}" type="pres">
      <dgm:prSet presAssocID="{7619BE59-E375-4B77-9F07-66EC80E24713}" presName="node" presStyleLbl="node1" presStyleIdx="0" presStyleCnt="3">
        <dgm:presLayoutVars>
          <dgm:bulletEnabled val="1"/>
        </dgm:presLayoutVars>
      </dgm:prSet>
      <dgm:spPr/>
    </dgm:pt>
    <dgm:pt modelId="{D744394F-64FD-462D-8B31-EBCBF5F50C66}" type="pres">
      <dgm:prSet presAssocID="{49901E6A-FBDA-4834-BE8C-0A7302E4503A}" presName="sibTrans" presStyleCnt="0"/>
      <dgm:spPr/>
    </dgm:pt>
    <dgm:pt modelId="{B4C728FD-9229-443A-87F1-B080D13CEE27}" type="pres">
      <dgm:prSet presAssocID="{96586312-3AC3-4A1B-AC7F-41EF7B3E76BE}" presName="node" presStyleLbl="node1" presStyleIdx="1" presStyleCnt="3">
        <dgm:presLayoutVars>
          <dgm:bulletEnabled val="1"/>
        </dgm:presLayoutVars>
      </dgm:prSet>
      <dgm:spPr/>
    </dgm:pt>
    <dgm:pt modelId="{1340088A-6D97-4B5D-B95C-DD51254682F9}" type="pres">
      <dgm:prSet presAssocID="{E5CDD77A-E622-4DE3-982F-A1ACCDF913FE}" presName="sibTrans" presStyleCnt="0"/>
      <dgm:spPr/>
    </dgm:pt>
    <dgm:pt modelId="{9C2A7FDF-0F5C-48A0-BFAC-981E6B14C125}" type="pres">
      <dgm:prSet presAssocID="{1B21C4B6-C44C-48CA-89C2-B0517DD62F23}" presName="node" presStyleLbl="node1" presStyleIdx="2" presStyleCnt="3">
        <dgm:presLayoutVars>
          <dgm:bulletEnabled val="1"/>
        </dgm:presLayoutVars>
      </dgm:prSet>
      <dgm:spPr/>
    </dgm:pt>
  </dgm:ptLst>
  <dgm:cxnLst>
    <dgm:cxn modelId="{5CB0C81E-B649-4EC1-AD29-264877648A08}" type="presOf" srcId="{1B21C4B6-C44C-48CA-89C2-B0517DD62F23}" destId="{9C2A7FDF-0F5C-48A0-BFAC-981E6B14C125}" srcOrd="0" destOrd="0" presId="urn:microsoft.com/office/officeart/2005/8/layout/hList6"/>
    <dgm:cxn modelId="{00F2D83C-388D-453E-AE4A-4A93C401FABB}" type="presOf" srcId="{85204B2A-4DB2-474D-A642-0BB96677FFA1}" destId="{9C2A7FDF-0F5C-48A0-BFAC-981E6B14C125}" srcOrd="0" destOrd="1" presId="urn:microsoft.com/office/officeart/2005/8/layout/hList6"/>
    <dgm:cxn modelId="{CAA00167-BB37-43BF-AFCD-BFFD8C4FBF53}" srcId="{DEFEF5F8-3079-47C1-852E-9E17E3509D79}" destId="{96586312-3AC3-4A1B-AC7F-41EF7B3E76BE}" srcOrd="1" destOrd="0" parTransId="{1EDDFF5A-9792-4478-9907-C2481AA52D2F}" sibTransId="{E5CDD77A-E622-4DE3-982F-A1ACCDF913FE}"/>
    <dgm:cxn modelId="{8CA08847-3216-4A64-BC12-C1A3FB196D5D}" srcId="{96586312-3AC3-4A1B-AC7F-41EF7B3E76BE}" destId="{0C7E9121-D43A-4DD7-B689-0E50BD28096B}" srcOrd="0" destOrd="0" parTransId="{9384480B-3677-48DF-AB5B-8F980779473B}" sibTransId="{0A9E285C-E380-400E-9853-E961C002A887}"/>
    <dgm:cxn modelId="{4C4F6352-9C56-4571-9444-4F6C89218E39}" type="presOf" srcId="{DEFEF5F8-3079-47C1-852E-9E17E3509D79}" destId="{365E7AB0-8314-4F1C-BE58-4C8AEAB75EF7}" srcOrd="0" destOrd="0" presId="urn:microsoft.com/office/officeart/2005/8/layout/hList6"/>
    <dgm:cxn modelId="{24638E72-3733-4D57-8026-3F2E0F59712C}" srcId="{1B21C4B6-C44C-48CA-89C2-B0517DD62F23}" destId="{85204B2A-4DB2-474D-A642-0BB96677FFA1}" srcOrd="0" destOrd="0" parTransId="{AA541A7F-39CC-450E-B25D-F1FE19C17804}" sibTransId="{E7978F73-DCF7-4828-B308-815ACB24E767}"/>
    <dgm:cxn modelId="{1142CA5A-86C0-40EF-AE27-0CBC320D7809}" srcId="{DEFEF5F8-3079-47C1-852E-9E17E3509D79}" destId="{1B21C4B6-C44C-48CA-89C2-B0517DD62F23}" srcOrd="2" destOrd="0" parTransId="{D0C9BCC5-DECC-47D1-8EBD-4644BE2BFE3D}" sibTransId="{73C9CAD2-1BC4-4F55-8C5A-84A26BD73B55}"/>
    <dgm:cxn modelId="{5E0D737B-4672-4719-83DA-80BBE427CC5E}" type="presOf" srcId="{693B0528-9604-4D31-840A-0C8678255BEE}" destId="{1FF8811D-A008-4563-8AF7-730CC66CF773}" srcOrd="0" destOrd="1" presId="urn:microsoft.com/office/officeart/2005/8/layout/hList6"/>
    <dgm:cxn modelId="{B0E8C083-86CB-43CA-8485-8A54416833C8}" type="presOf" srcId="{0C7E9121-D43A-4DD7-B689-0E50BD28096B}" destId="{B4C728FD-9229-443A-87F1-B080D13CEE27}" srcOrd="0" destOrd="1" presId="urn:microsoft.com/office/officeart/2005/8/layout/hList6"/>
    <dgm:cxn modelId="{83F9FD84-9648-4B9E-8007-31B1BCB2A415}" type="presOf" srcId="{7619BE59-E375-4B77-9F07-66EC80E24713}" destId="{1FF8811D-A008-4563-8AF7-730CC66CF773}" srcOrd="0" destOrd="0" presId="urn:microsoft.com/office/officeart/2005/8/layout/hList6"/>
    <dgm:cxn modelId="{95BA23A0-655A-431A-B49F-CE7DC6C1A151}" srcId="{DEFEF5F8-3079-47C1-852E-9E17E3509D79}" destId="{7619BE59-E375-4B77-9F07-66EC80E24713}" srcOrd="0" destOrd="0" parTransId="{91758931-253C-4403-823D-1010CF933D4E}" sibTransId="{49901E6A-FBDA-4834-BE8C-0A7302E4503A}"/>
    <dgm:cxn modelId="{A13B9BE1-AD9B-49A0-830A-7E59D68790D0}" srcId="{7619BE59-E375-4B77-9F07-66EC80E24713}" destId="{693B0528-9604-4D31-840A-0C8678255BEE}" srcOrd="0" destOrd="0" parTransId="{5644A5AA-9833-49C1-A8E8-8915B8C0F909}" sibTransId="{91473780-1767-4823-97B4-B34A4BAB0796}"/>
    <dgm:cxn modelId="{DC1AEAE4-A43F-4F56-A2A6-08AE5CAC225C}" type="presOf" srcId="{96586312-3AC3-4A1B-AC7F-41EF7B3E76BE}" destId="{B4C728FD-9229-443A-87F1-B080D13CEE27}" srcOrd="0" destOrd="0" presId="urn:microsoft.com/office/officeart/2005/8/layout/hList6"/>
    <dgm:cxn modelId="{413BE8C4-3874-456E-AA02-17E8AA8071B7}" type="presParOf" srcId="{365E7AB0-8314-4F1C-BE58-4C8AEAB75EF7}" destId="{1FF8811D-A008-4563-8AF7-730CC66CF773}" srcOrd="0" destOrd="0" presId="urn:microsoft.com/office/officeart/2005/8/layout/hList6"/>
    <dgm:cxn modelId="{86D38CC0-6888-4657-BB5B-CA765BE5AA75}" type="presParOf" srcId="{365E7AB0-8314-4F1C-BE58-4C8AEAB75EF7}" destId="{D744394F-64FD-462D-8B31-EBCBF5F50C66}" srcOrd="1" destOrd="0" presId="urn:microsoft.com/office/officeart/2005/8/layout/hList6"/>
    <dgm:cxn modelId="{89334744-2771-4C34-87BF-E0B58C4AA0B2}" type="presParOf" srcId="{365E7AB0-8314-4F1C-BE58-4C8AEAB75EF7}" destId="{B4C728FD-9229-443A-87F1-B080D13CEE27}" srcOrd="2" destOrd="0" presId="urn:microsoft.com/office/officeart/2005/8/layout/hList6"/>
    <dgm:cxn modelId="{B1895140-9CD3-431F-B4CB-FAE984FD0F7D}" type="presParOf" srcId="{365E7AB0-8314-4F1C-BE58-4C8AEAB75EF7}" destId="{1340088A-6D97-4B5D-B95C-DD51254682F9}" srcOrd="3" destOrd="0" presId="urn:microsoft.com/office/officeart/2005/8/layout/hList6"/>
    <dgm:cxn modelId="{F62B2A08-4D39-4F34-9F96-D6FACB5269BA}" type="presParOf" srcId="{365E7AB0-8314-4F1C-BE58-4C8AEAB75EF7}" destId="{9C2A7FDF-0F5C-48A0-BFAC-981E6B14C125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2CA77F-9A03-46F0-99F0-A0C82ECFCB1A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E2A90A6-77EA-43FB-B69D-5AE5BD3D9A5E}" type="pres">
      <dgm:prSet presAssocID="{0F2CA77F-9A03-46F0-99F0-A0C82ECFCB1A}" presName="Name0" presStyleCnt="0">
        <dgm:presLayoutVars>
          <dgm:dir/>
          <dgm:resizeHandles val="exact"/>
        </dgm:presLayoutVars>
      </dgm:prSet>
      <dgm:spPr/>
    </dgm:pt>
  </dgm:ptLst>
  <dgm:cxnLst>
    <dgm:cxn modelId="{1A3F995F-4452-4042-B5AD-D9121611E12F}" type="presOf" srcId="{0F2CA77F-9A03-46F0-99F0-A0C82ECFCB1A}" destId="{8E2A90A6-77EA-43FB-B69D-5AE5BD3D9A5E}" srcOrd="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05427E5-8CCD-4F43-9577-FEA2BDCEF02B}" type="doc">
      <dgm:prSet loTypeId="urn:microsoft.com/office/officeart/2005/8/layout/hList6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BA29708-36BD-4902-B599-4E6A36F1E584}">
      <dgm:prSet phldrT="[Text]"/>
      <dgm:spPr>
        <a:solidFill>
          <a:schemeClr val="accent3">
            <a:lumMod val="10000"/>
          </a:schemeClr>
        </a:solidFill>
      </dgm:spPr>
      <dgm:t>
        <a:bodyPr/>
        <a:lstStyle/>
        <a:p>
          <a:r>
            <a:rPr lang="en-IN" b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Community Engagement</a:t>
          </a:r>
          <a:endParaRPr lang="en-IN" dirty="0">
            <a:solidFill>
              <a:srgbClr val="FFFF00"/>
            </a:solidFill>
          </a:endParaRPr>
        </a:p>
      </dgm:t>
    </dgm:pt>
    <dgm:pt modelId="{6B2105B7-7716-4B0D-B2C5-82965A2E5D8F}" type="parTrans" cxnId="{EDCCCCED-08FC-4A81-BA6C-A7CF6F2C22E7}">
      <dgm:prSet/>
      <dgm:spPr/>
      <dgm:t>
        <a:bodyPr/>
        <a:lstStyle/>
        <a:p>
          <a:endParaRPr lang="en-IN"/>
        </a:p>
      </dgm:t>
    </dgm:pt>
    <dgm:pt modelId="{F56AB896-9570-482A-91EF-B4FA30E84F47}" type="sibTrans" cxnId="{EDCCCCED-08FC-4A81-BA6C-A7CF6F2C22E7}">
      <dgm:prSet/>
      <dgm:spPr/>
      <dgm:t>
        <a:bodyPr/>
        <a:lstStyle/>
        <a:p>
          <a:endParaRPr lang="en-IN"/>
        </a:p>
      </dgm:t>
    </dgm:pt>
    <dgm:pt modelId="{8238B25D-98F9-494B-95DA-057E2DAB1811}">
      <dgm:prSet phldrT="[Text]"/>
      <dgm:spPr>
        <a:solidFill>
          <a:schemeClr val="accent3">
            <a:lumMod val="10000"/>
          </a:schemeClr>
        </a:solidFill>
      </dgm:spPr>
      <dgm:t>
        <a:bodyPr/>
        <a:lstStyle/>
        <a:p>
          <a:r>
            <a:rPr lang="en-US" dirty="0">
              <a:latin typeface="Cambria" panose="02040503050406030204" pitchFamily="18" charset="0"/>
              <a:ea typeface="Cambria" panose="02040503050406030204" pitchFamily="18" charset="0"/>
            </a:rPr>
            <a:t>Reporting unsafe practices to promote proactive safety behavior.</a:t>
          </a:r>
          <a:endParaRPr lang="en-IN" dirty="0"/>
        </a:p>
      </dgm:t>
    </dgm:pt>
    <dgm:pt modelId="{AC7E5AE5-EB73-448E-8C4B-7B98658D354B}" type="parTrans" cxnId="{4FB89215-9B5B-431A-AEC9-980E7640554D}">
      <dgm:prSet/>
      <dgm:spPr/>
      <dgm:t>
        <a:bodyPr/>
        <a:lstStyle/>
        <a:p>
          <a:endParaRPr lang="en-IN"/>
        </a:p>
      </dgm:t>
    </dgm:pt>
    <dgm:pt modelId="{2139779D-2739-4987-B4AE-A304A461C563}" type="sibTrans" cxnId="{4FB89215-9B5B-431A-AEC9-980E7640554D}">
      <dgm:prSet/>
      <dgm:spPr/>
      <dgm:t>
        <a:bodyPr/>
        <a:lstStyle/>
        <a:p>
          <a:endParaRPr lang="en-IN"/>
        </a:p>
      </dgm:t>
    </dgm:pt>
    <dgm:pt modelId="{CF4774BF-DE4F-49AF-A3B7-561B1240B13A}" type="pres">
      <dgm:prSet presAssocID="{205427E5-8CCD-4F43-9577-FEA2BDCEF02B}" presName="Name0" presStyleCnt="0">
        <dgm:presLayoutVars>
          <dgm:dir/>
          <dgm:resizeHandles val="exact"/>
        </dgm:presLayoutVars>
      </dgm:prSet>
      <dgm:spPr/>
    </dgm:pt>
    <dgm:pt modelId="{FEDFC7FE-DB24-4BF2-8CCF-C64067AE2072}" type="pres">
      <dgm:prSet presAssocID="{8BA29708-36BD-4902-B599-4E6A36F1E584}" presName="node" presStyleLbl="node1" presStyleIdx="0" presStyleCnt="1" custLinFactX="21528" custLinFactNeighborX="100000" custLinFactNeighborY="13281">
        <dgm:presLayoutVars>
          <dgm:bulletEnabled val="1"/>
        </dgm:presLayoutVars>
      </dgm:prSet>
      <dgm:spPr/>
    </dgm:pt>
  </dgm:ptLst>
  <dgm:cxnLst>
    <dgm:cxn modelId="{4FB89215-9B5B-431A-AEC9-980E7640554D}" srcId="{8BA29708-36BD-4902-B599-4E6A36F1E584}" destId="{8238B25D-98F9-494B-95DA-057E2DAB1811}" srcOrd="0" destOrd="0" parTransId="{AC7E5AE5-EB73-448E-8C4B-7B98658D354B}" sibTransId="{2139779D-2739-4987-B4AE-A304A461C563}"/>
    <dgm:cxn modelId="{00F9F233-7002-4159-AB4B-B480E8FB815F}" type="presOf" srcId="{8238B25D-98F9-494B-95DA-057E2DAB1811}" destId="{FEDFC7FE-DB24-4BF2-8CCF-C64067AE2072}" srcOrd="0" destOrd="1" presId="urn:microsoft.com/office/officeart/2005/8/layout/hList6"/>
    <dgm:cxn modelId="{25DBD087-F7A7-4345-B62F-9774BF840D61}" type="presOf" srcId="{205427E5-8CCD-4F43-9577-FEA2BDCEF02B}" destId="{CF4774BF-DE4F-49AF-A3B7-561B1240B13A}" srcOrd="0" destOrd="0" presId="urn:microsoft.com/office/officeart/2005/8/layout/hList6"/>
    <dgm:cxn modelId="{5057CB8D-7E98-4378-A71D-9FAE48D71F6F}" type="presOf" srcId="{8BA29708-36BD-4902-B599-4E6A36F1E584}" destId="{FEDFC7FE-DB24-4BF2-8CCF-C64067AE2072}" srcOrd="0" destOrd="0" presId="urn:microsoft.com/office/officeart/2005/8/layout/hList6"/>
    <dgm:cxn modelId="{EDCCCCED-08FC-4A81-BA6C-A7CF6F2C22E7}" srcId="{205427E5-8CCD-4F43-9577-FEA2BDCEF02B}" destId="{8BA29708-36BD-4902-B599-4E6A36F1E584}" srcOrd="0" destOrd="0" parTransId="{6B2105B7-7716-4B0D-B2C5-82965A2E5D8F}" sibTransId="{F56AB896-9570-482A-91EF-B4FA30E84F47}"/>
    <dgm:cxn modelId="{2A38C8A1-5CBF-46A9-A312-09092ED4283E}" type="presParOf" srcId="{CF4774BF-DE4F-49AF-A3B7-561B1240B13A}" destId="{FEDFC7FE-DB24-4BF2-8CCF-C64067AE2072}" srcOrd="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C6192C-606B-4158-8D6F-DEC012E27732}">
      <dsp:nvSpPr>
        <dsp:cNvPr id="0" name=""/>
        <dsp:cNvSpPr/>
      </dsp:nvSpPr>
      <dsp:spPr>
        <a:xfrm rot="16200000">
          <a:off x="350172" y="-358146"/>
          <a:ext cx="1285906" cy="1946134"/>
        </a:xfrm>
        <a:prstGeom prst="round1Rect">
          <a:avLst/>
        </a:prstGeom>
        <a:solidFill>
          <a:srgbClr val="7030A0"/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C000"/>
              </a:solidFill>
            </a:rPr>
            <a:t>Increased Engagement: 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solidFill>
                <a:schemeClr val="bg2"/>
              </a:solidFill>
            </a:rPr>
            <a:t> </a:t>
          </a:r>
          <a:r>
            <a:rPr lang="en-IN" sz="1400" kern="1200" dirty="0">
              <a:solidFill>
                <a:srgbClr val="00B0F0"/>
              </a:solidFill>
            </a:rPr>
            <a:t>Road safety education becomes fun and interaction</a:t>
          </a:r>
        </a:p>
      </dsp:txBody>
      <dsp:txXfrm rot="5400000">
        <a:off x="20058" y="-28032"/>
        <a:ext cx="1946134" cy="964429"/>
      </dsp:txXfrm>
    </dsp:sp>
    <dsp:sp modelId="{44FB8850-7990-49E1-9901-6DB39F0D2D90}">
      <dsp:nvSpPr>
        <dsp:cNvPr id="0" name=""/>
        <dsp:cNvSpPr/>
      </dsp:nvSpPr>
      <dsp:spPr>
        <a:xfrm>
          <a:off x="1967003" y="-35735"/>
          <a:ext cx="1918347" cy="1301312"/>
        </a:xfrm>
        <a:prstGeom prst="round1Rect">
          <a:avLst/>
        </a:prstGeom>
        <a:solidFill>
          <a:srgbClr val="FF33CC"/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C000"/>
              </a:solidFill>
            </a:rPr>
            <a:t>Improved Awareness: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dirty="0">
              <a:solidFill>
                <a:srgbClr val="00B0F0"/>
              </a:solidFill>
            </a:rPr>
            <a:t>Effective understanding of traffic rules across age groups</a:t>
          </a:r>
          <a:r>
            <a:rPr lang="en-IN" sz="1200" b="1" kern="1200" dirty="0">
              <a:solidFill>
                <a:srgbClr val="00B0F0"/>
              </a:solidFill>
            </a:rPr>
            <a:t>.</a:t>
          </a:r>
          <a:endParaRPr lang="en-IN" sz="1200" kern="1200" dirty="0">
            <a:solidFill>
              <a:srgbClr val="00B0F0"/>
            </a:solidFill>
          </a:endParaRPr>
        </a:p>
      </dsp:txBody>
      <dsp:txXfrm>
        <a:off x="1967003" y="-35735"/>
        <a:ext cx="1918347" cy="975984"/>
      </dsp:txXfrm>
    </dsp:sp>
    <dsp:sp modelId="{FA40FE76-6B53-4EE0-883F-FE2ADB9FDB52}">
      <dsp:nvSpPr>
        <dsp:cNvPr id="0" name=""/>
        <dsp:cNvSpPr/>
      </dsp:nvSpPr>
      <dsp:spPr>
        <a:xfrm rot="10800000">
          <a:off x="2643" y="1172664"/>
          <a:ext cx="2056528" cy="1158370"/>
        </a:xfrm>
        <a:prstGeom prst="round1Rect">
          <a:avLst/>
        </a:prstGeom>
        <a:solidFill>
          <a:srgbClr val="C00000"/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solidFill>
                <a:srgbClr val="FFC000"/>
              </a:solidFill>
            </a:rPr>
            <a:t>BehavioralChanges:</a:t>
          </a:r>
          <a:r>
            <a:rPr lang="en-US" sz="1400" kern="1200" dirty="0" err="1">
              <a:solidFill>
                <a:srgbClr val="00B0F0"/>
              </a:solidFill>
            </a:rPr>
            <a:t>Community</a:t>
          </a:r>
          <a:r>
            <a:rPr lang="en-US" sz="1400" kern="1200" dirty="0">
              <a:solidFill>
                <a:srgbClr val="00B0F0"/>
              </a:solidFill>
            </a:rPr>
            <a:t> adapts to safer road habits</a:t>
          </a:r>
          <a:endParaRPr lang="en-IN" sz="1400" kern="1200" dirty="0">
            <a:solidFill>
              <a:srgbClr val="00B0F0"/>
            </a:solidFill>
          </a:endParaRPr>
        </a:p>
      </dsp:txBody>
      <dsp:txXfrm rot="10800000">
        <a:off x="2643" y="1462256"/>
        <a:ext cx="2056528" cy="868777"/>
      </dsp:txXfrm>
    </dsp:sp>
    <dsp:sp modelId="{07875E39-65A9-4C4E-9447-9977920D6264}">
      <dsp:nvSpPr>
        <dsp:cNvPr id="0" name=""/>
        <dsp:cNvSpPr/>
      </dsp:nvSpPr>
      <dsp:spPr>
        <a:xfrm rot="5400000">
          <a:off x="2346992" y="808472"/>
          <a:ext cx="1158370" cy="1929636"/>
        </a:xfrm>
        <a:prstGeom prst="round1Rect">
          <a:avLst/>
        </a:prstGeom>
        <a:solidFill>
          <a:srgbClr val="92D050"/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C000"/>
              </a:solidFill>
            </a:rPr>
            <a:t>Scalable Model:      </a:t>
          </a:r>
          <a:r>
            <a:rPr lang="en-US" sz="1200" kern="1200" dirty="0">
              <a:solidFill>
                <a:srgbClr val="00B0F0"/>
              </a:solidFill>
            </a:rPr>
            <a:t>Application to various demographics and communities.</a:t>
          </a:r>
          <a:endParaRPr lang="en-IN" sz="1200" kern="1200" dirty="0">
            <a:solidFill>
              <a:srgbClr val="00B0F0"/>
            </a:solidFill>
          </a:endParaRPr>
        </a:p>
      </dsp:txBody>
      <dsp:txXfrm rot="-5400000">
        <a:off x="1961359" y="1483697"/>
        <a:ext cx="1929636" cy="868777"/>
      </dsp:txXfrm>
    </dsp:sp>
    <dsp:sp modelId="{2788C838-6AE2-4741-A0ED-A5FDBD75AED8}">
      <dsp:nvSpPr>
        <dsp:cNvPr id="0" name=""/>
        <dsp:cNvSpPr/>
      </dsp:nvSpPr>
      <dsp:spPr>
        <a:xfrm>
          <a:off x="1524539" y="946353"/>
          <a:ext cx="1014378" cy="435674"/>
        </a:xfrm>
        <a:prstGeom prst="roundRect">
          <a:avLst/>
        </a:prstGeom>
        <a:solidFill>
          <a:srgbClr val="0070C0"/>
        </a:solidFill>
        <a:ln w="25400" cap="flat" cmpd="sng" algn="ctr">
          <a:solidFill>
            <a:srgbClr val="FFFF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EXPECTED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Outcomes</a:t>
          </a:r>
          <a:endParaRPr lang="en-IN" sz="1000" kern="1200" dirty="0"/>
        </a:p>
      </dsp:txBody>
      <dsp:txXfrm>
        <a:off x="1545807" y="967621"/>
        <a:ext cx="971842" cy="3931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E66A86-F3E8-44B9-BDAC-F0C9E5F1F854}">
      <dsp:nvSpPr>
        <dsp:cNvPr id="0" name=""/>
        <dsp:cNvSpPr/>
      </dsp:nvSpPr>
      <dsp:spPr>
        <a:xfrm>
          <a:off x="469045" y="909"/>
          <a:ext cx="1283163" cy="641581"/>
        </a:xfrm>
        <a:prstGeom prst="roundRect">
          <a:avLst>
            <a:gd name="adj" fmla="val 10000"/>
          </a:avLst>
        </a:prstGeom>
        <a:solidFill>
          <a:srgbClr val="CC0066"/>
        </a:solidFill>
        <a:ln w="25400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>
                  <a:lumMod val="10000"/>
                </a:schemeClr>
              </a:solidFill>
            </a:rPr>
            <a:t>TECHNICAL CHALLENGE </a:t>
          </a:r>
          <a:endParaRPr lang="en-IN" sz="1100" kern="1200" dirty="0">
            <a:solidFill>
              <a:schemeClr val="tx2">
                <a:lumMod val="10000"/>
              </a:schemeClr>
            </a:solidFill>
          </a:endParaRPr>
        </a:p>
      </dsp:txBody>
      <dsp:txXfrm>
        <a:off x="487836" y="19700"/>
        <a:ext cx="1245581" cy="603999"/>
      </dsp:txXfrm>
    </dsp:sp>
    <dsp:sp modelId="{D371F142-FE95-416A-B397-37E3D2ED973D}">
      <dsp:nvSpPr>
        <dsp:cNvPr id="0" name=""/>
        <dsp:cNvSpPr/>
      </dsp:nvSpPr>
      <dsp:spPr>
        <a:xfrm>
          <a:off x="597362" y="642490"/>
          <a:ext cx="128316" cy="4811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1186"/>
              </a:lnTo>
              <a:lnTo>
                <a:pt x="128316" y="48118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AEF10-217A-4490-9E0A-018FC4C82324}">
      <dsp:nvSpPr>
        <dsp:cNvPr id="0" name=""/>
        <dsp:cNvSpPr/>
      </dsp:nvSpPr>
      <dsp:spPr>
        <a:xfrm>
          <a:off x="725678" y="802886"/>
          <a:ext cx="1026530" cy="641581"/>
        </a:xfrm>
        <a:prstGeom prst="roundRect">
          <a:avLst>
            <a:gd name="adj" fmla="val 10000"/>
          </a:avLst>
        </a:prstGeom>
        <a:solidFill>
          <a:srgbClr val="0070C0">
            <a:alpha val="90000"/>
          </a:srgbClr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2">
                  <a:lumMod val="10000"/>
                </a:schemeClr>
              </a:solidFill>
            </a:rPr>
            <a:t>Initial cost for AR development and 3D assets</a:t>
          </a:r>
          <a:endParaRPr lang="en-IN" sz="1000" kern="1200" dirty="0">
            <a:solidFill>
              <a:schemeClr val="tx2">
                <a:lumMod val="10000"/>
              </a:schemeClr>
            </a:solidFill>
          </a:endParaRPr>
        </a:p>
      </dsp:txBody>
      <dsp:txXfrm>
        <a:off x="744469" y="821677"/>
        <a:ext cx="988948" cy="603999"/>
      </dsp:txXfrm>
    </dsp:sp>
    <dsp:sp modelId="{08280876-8AF3-4C7F-AA7A-C21DE6D940CE}">
      <dsp:nvSpPr>
        <dsp:cNvPr id="0" name=""/>
        <dsp:cNvSpPr/>
      </dsp:nvSpPr>
      <dsp:spPr>
        <a:xfrm>
          <a:off x="597362" y="642490"/>
          <a:ext cx="128316" cy="12831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3163"/>
              </a:lnTo>
              <a:lnTo>
                <a:pt x="128316" y="128316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6E31BC-D16A-42EB-AC5C-F27715445B1B}">
      <dsp:nvSpPr>
        <dsp:cNvPr id="0" name=""/>
        <dsp:cNvSpPr/>
      </dsp:nvSpPr>
      <dsp:spPr>
        <a:xfrm>
          <a:off x="725678" y="1604863"/>
          <a:ext cx="1026530" cy="641581"/>
        </a:xfrm>
        <a:prstGeom prst="roundRect">
          <a:avLst>
            <a:gd name="adj" fmla="val 10000"/>
          </a:avLst>
        </a:prstGeom>
        <a:solidFill>
          <a:srgbClr val="0070C0">
            <a:alpha val="90000"/>
          </a:srgbClr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2">
                  <a:lumMod val="10000"/>
                </a:schemeClr>
              </a:solidFill>
            </a:rPr>
            <a:t>Complexities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2">
                  <a:lumMod val="10000"/>
                </a:schemeClr>
              </a:solidFill>
            </a:rPr>
            <a:t>In integrating AR with flutter </a:t>
          </a:r>
          <a:endParaRPr lang="en-IN" sz="1000" kern="1200" dirty="0">
            <a:solidFill>
              <a:schemeClr val="tx2">
                <a:lumMod val="10000"/>
              </a:schemeClr>
            </a:solidFill>
          </a:endParaRPr>
        </a:p>
      </dsp:txBody>
      <dsp:txXfrm>
        <a:off x="744469" y="1623654"/>
        <a:ext cx="988948" cy="603999"/>
      </dsp:txXfrm>
    </dsp:sp>
    <dsp:sp modelId="{08AE6D5F-93A9-4F30-A0CC-76A89CB548F1}">
      <dsp:nvSpPr>
        <dsp:cNvPr id="0" name=""/>
        <dsp:cNvSpPr/>
      </dsp:nvSpPr>
      <dsp:spPr>
        <a:xfrm>
          <a:off x="2072999" y="909"/>
          <a:ext cx="1283163" cy="641581"/>
        </a:xfrm>
        <a:prstGeom prst="roundRect">
          <a:avLst>
            <a:gd name="adj" fmla="val 10000"/>
          </a:avLst>
        </a:prstGeom>
        <a:solidFill>
          <a:srgbClr val="CC0066"/>
        </a:solidFill>
        <a:ln w="25400" cap="flat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2">
                  <a:lumMod val="10000"/>
                </a:schemeClr>
              </a:solidFill>
            </a:rPr>
            <a:t>COMMUNITY COLLABORATION </a:t>
          </a:r>
          <a:endParaRPr lang="en-IN" sz="1100" kern="1200" dirty="0">
            <a:solidFill>
              <a:schemeClr val="tx2">
                <a:lumMod val="10000"/>
              </a:schemeClr>
            </a:solidFill>
          </a:endParaRPr>
        </a:p>
      </dsp:txBody>
      <dsp:txXfrm>
        <a:off x="2091790" y="19700"/>
        <a:ext cx="1245581" cy="603999"/>
      </dsp:txXfrm>
    </dsp:sp>
    <dsp:sp modelId="{8990A618-8537-4988-B3FE-99BA48481E13}">
      <dsp:nvSpPr>
        <dsp:cNvPr id="0" name=""/>
        <dsp:cNvSpPr/>
      </dsp:nvSpPr>
      <dsp:spPr>
        <a:xfrm>
          <a:off x="2201316" y="642490"/>
          <a:ext cx="128675" cy="4662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66218"/>
              </a:lnTo>
              <a:lnTo>
                <a:pt x="128675" y="4662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ECF2E3-3160-42A6-BBD2-98D0FBE459CE}">
      <dsp:nvSpPr>
        <dsp:cNvPr id="0" name=""/>
        <dsp:cNvSpPr/>
      </dsp:nvSpPr>
      <dsp:spPr>
        <a:xfrm>
          <a:off x="2329991" y="787918"/>
          <a:ext cx="1026530" cy="641581"/>
        </a:xfrm>
        <a:prstGeom prst="roundRect">
          <a:avLst>
            <a:gd name="adj" fmla="val 10000"/>
          </a:avLst>
        </a:prstGeom>
        <a:solidFill>
          <a:srgbClr val="002060">
            <a:alpha val="90000"/>
          </a:srgbClr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rgbClr val="DFDAFC"/>
              </a:solidFill>
            </a:rPr>
            <a:t>Onboarding business for rewards</a:t>
          </a:r>
          <a:endParaRPr lang="en-IN" sz="1000" kern="1200" dirty="0"/>
        </a:p>
      </dsp:txBody>
      <dsp:txXfrm>
        <a:off x="2348782" y="806709"/>
        <a:ext cx="988948" cy="603999"/>
      </dsp:txXfrm>
    </dsp:sp>
    <dsp:sp modelId="{81F489F9-0D09-4D02-9E2C-059DB353ADE3}">
      <dsp:nvSpPr>
        <dsp:cNvPr id="0" name=""/>
        <dsp:cNvSpPr/>
      </dsp:nvSpPr>
      <dsp:spPr>
        <a:xfrm>
          <a:off x="2201316" y="642490"/>
          <a:ext cx="128316" cy="12831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3163"/>
              </a:lnTo>
              <a:lnTo>
                <a:pt x="128316" y="128316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9CF702-1155-4842-ACD1-7710E243D19B}">
      <dsp:nvSpPr>
        <dsp:cNvPr id="0" name=""/>
        <dsp:cNvSpPr/>
      </dsp:nvSpPr>
      <dsp:spPr>
        <a:xfrm>
          <a:off x="2329632" y="1604863"/>
          <a:ext cx="1026530" cy="641581"/>
        </a:xfrm>
        <a:prstGeom prst="roundRect">
          <a:avLst>
            <a:gd name="adj" fmla="val 10000"/>
          </a:avLst>
        </a:prstGeom>
        <a:solidFill>
          <a:srgbClr val="002060">
            <a:alpha val="90000"/>
          </a:srgbClr>
        </a:solidFill>
        <a:ln w="25400" cap="flat" cmpd="sng" algn="ctr">
          <a:solidFill>
            <a:srgbClr val="00B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rgbClr val="DFDAFC"/>
              </a:solidFill>
            </a:rPr>
            <a:t>Encouraging users to report unsafe practices</a:t>
          </a:r>
          <a:endParaRPr lang="en-IN" sz="1000" kern="1200" dirty="0">
            <a:solidFill>
              <a:srgbClr val="DFDAFC"/>
            </a:solidFill>
          </a:endParaRPr>
        </a:p>
      </dsp:txBody>
      <dsp:txXfrm>
        <a:off x="2348423" y="1623654"/>
        <a:ext cx="988948" cy="6039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F8811D-A008-4563-8AF7-730CC66CF773}">
      <dsp:nvSpPr>
        <dsp:cNvPr id="0" name=""/>
        <dsp:cNvSpPr/>
      </dsp:nvSpPr>
      <dsp:spPr>
        <a:xfrm rot="16200000">
          <a:off x="-809850" y="810582"/>
          <a:ext cx="3524786" cy="1903621"/>
        </a:xfrm>
        <a:prstGeom prst="flowChartManualOperation">
          <a:avLst/>
        </a:prstGeom>
        <a:solidFill>
          <a:schemeClr val="tx2">
            <a:lumMod val="1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8546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Gamified Learning Modules</a:t>
          </a:r>
          <a:endParaRPr lang="en-IN" sz="2000" kern="1200" dirty="0">
            <a:solidFill>
              <a:srgbClr val="FFFF00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mbria" panose="02040503050406030204" pitchFamily="18" charset="0"/>
              <a:ea typeface="Cambria" panose="02040503050406030204" pitchFamily="18" charset="0"/>
            </a:rPr>
            <a:t>Interactive quizzes tailored to various difficulty levels.</a:t>
          </a:r>
          <a:endParaRPr lang="en-IN" sz="1600" kern="1200" dirty="0"/>
        </a:p>
      </dsp:txBody>
      <dsp:txXfrm rot="5400000">
        <a:off x="732" y="704957"/>
        <a:ext cx="1903621" cy="2114872"/>
      </dsp:txXfrm>
    </dsp:sp>
    <dsp:sp modelId="{B4C728FD-9229-443A-87F1-B080D13CEE27}">
      <dsp:nvSpPr>
        <dsp:cNvPr id="0" name=""/>
        <dsp:cNvSpPr/>
      </dsp:nvSpPr>
      <dsp:spPr>
        <a:xfrm rot="16200000">
          <a:off x="1236542" y="810582"/>
          <a:ext cx="3524786" cy="1903621"/>
        </a:xfrm>
        <a:prstGeom prst="flowChartManualOperation">
          <a:avLst/>
        </a:prstGeom>
        <a:solidFill>
          <a:schemeClr val="accent3">
            <a:lumMod val="1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8546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AR-Based Simulations</a:t>
          </a:r>
          <a:endParaRPr lang="en-IN" sz="2000" kern="1200" dirty="0">
            <a:solidFill>
              <a:srgbClr val="FFFF00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mbria" panose="02040503050406030204" pitchFamily="18" charset="0"/>
              <a:ea typeface="Cambria" panose="02040503050406030204" pitchFamily="18" charset="0"/>
            </a:rPr>
            <a:t>Virtual scenarios for practicing safe driving and pedestrian habits.</a:t>
          </a:r>
          <a:endParaRPr lang="en-IN" sz="1600" kern="1200" dirty="0"/>
        </a:p>
      </dsp:txBody>
      <dsp:txXfrm rot="5400000">
        <a:off x="2047124" y="704957"/>
        <a:ext cx="1903621" cy="2114872"/>
      </dsp:txXfrm>
    </dsp:sp>
    <dsp:sp modelId="{9C2A7FDF-0F5C-48A0-BFAC-981E6B14C125}">
      <dsp:nvSpPr>
        <dsp:cNvPr id="0" name=""/>
        <dsp:cNvSpPr/>
      </dsp:nvSpPr>
      <dsp:spPr>
        <a:xfrm rot="16200000">
          <a:off x="3282935" y="810582"/>
          <a:ext cx="3524786" cy="1903621"/>
        </a:xfrm>
        <a:prstGeom prst="flowChartManualOperation">
          <a:avLst/>
        </a:prstGeom>
        <a:solidFill>
          <a:schemeClr val="tx2">
            <a:lumMod val="1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8546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Leaderboards and Rewards</a:t>
          </a:r>
          <a:endParaRPr lang="en-IN" sz="2000" kern="1200" dirty="0">
            <a:solidFill>
              <a:srgbClr val="FFFF00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ambria" panose="02040503050406030204" pitchFamily="18" charset="0"/>
              <a:ea typeface="Cambria" panose="02040503050406030204" pitchFamily="18" charset="0"/>
            </a:rPr>
            <a:t>Foster healthy competition and incentivize participation.</a:t>
          </a:r>
          <a:endParaRPr lang="en-IN" sz="1600" kern="1200" dirty="0"/>
        </a:p>
      </dsp:txBody>
      <dsp:txXfrm rot="5400000">
        <a:off x="4093517" y="704957"/>
        <a:ext cx="1903621" cy="21148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FC7FE-DB24-4BF2-8CCF-C64067AE2072}">
      <dsp:nvSpPr>
        <dsp:cNvPr id="0" name=""/>
        <dsp:cNvSpPr/>
      </dsp:nvSpPr>
      <dsp:spPr>
        <a:xfrm rot="16200000">
          <a:off x="-631204" y="631204"/>
          <a:ext cx="3366216" cy="2103808"/>
        </a:xfrm>
        <a:prstGeom prst="flowChartManualOperation">
          <a:avLst/>
        </a:prstGeom>
        <a:solidFill>
          <a:schemeClr val="accent3">
            <a:lumMod val="1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0" tIns="0" rIns="144859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rPr>
            <a:t>Community Engagement</a:t>
          </a:r>
          <a:endParaRPr lang="en-IN" sz="2300" kern="1200" dirty="0">
            <a:solidFill>
              <a:srgbClr val="FFFF00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anose="02040503050406030204" pitchFamily="18" charset="0"/>
              <a:ea typeface="Cambria" panose="02040503050406030204" pitchFamily="18" charset="0"/>
            </a:rPr>
            <a:t>Reporting unsafe practices to promote proactive safety behavior.</a:t>
          </a:r>
          <a:endParaRPr lang="en-IN" sz="1800" kern="1200" dirty="0"/>
        </a:p>
      </dsp:txBody>
      <dsp:txXfrm rot="5400000">
        <a:off x="0" y="673243"/>
        <a:ext cx="2103808" cy="20197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>
          <a:extLst>
            <a:ext uri="{FF2B5EF4-FFF2-40B4-BE49-F238E27FC236}">
              <a16:creationId xmlns:a16="http://schemas.microsoft.com/office/drawing/2014/main" id="{1C41568D-692F-9C81-ED61-05F5C47EA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54dda1946d_4_2701:notes">
            <a:extLst>
              <a:ext uri="{FF2B5EF4-FFF2-40B4-BE49-F238E27FC236}">
                <a16:creationId xmlns:a16="http://schemas.microsoft.com/office/drawing/2014/main" id="{9CCF222B-4E2A-9C50-DFA4-6D53A3656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54dda1946d_4_2701:notes">
            <a:extLst>
              <a:ext uri="{FF2B5EF4-FFF2-40B4-BE49-F238E27FC236}">
                <a16:creationId xmlns:a16="http://schemas.microsoft.com/office/drawing/2014/main" id="{3B059247-4211-46CF-F574-951E638848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9506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>
          <a:extLst>
            <a:ext uri="{FF2B5EF4-FFF2-40B4-BE49-F238E27FC236}">
              <a16:creationId xmlns:a16="http://schemas.microsoft.com/office/drawing/2014/main" id="{1AC94C67-7384-E141-0E6B-5CA40C034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54dda1946d_4_2701:notes">
            <a:extLst>
              <a:ext uri="{FF2B5EF4-FFF2-40B4-BE49-F238E27FC236}">
                <a16:creationId xmlns:a16="http://schemas.microsoft.com/office/drawing/2014/main" id="{E2B37D6F-BAA6-E1D1-7A03-332DFC0C92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54dda1946d_4_2701:notes">
            <a:extLst>
              <a:ext uri="{FF2B5EF4-FFF2-40B4-BE49-F238E27FC236}">
                <a16:creationId xmlns:a16="http://schemas.microsoft.com/office/drawing/2014/main" id="{4184EB15-3BD9-95AE-DC27-5D056EEFE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6328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51722045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51722045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hyperlink" Target="http://bit.ly/2TtBDfr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://bit.ly/2TyoMsr" TargetMode="External"/><Relationship Id="rId9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225" y="0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3"/>
          <p:cNvGrpSpPr/>
          <p:nvPr/>
        </p:nvGrpSpPr>
        <p:grpSpPr>
          <a:xfrm>
            <a:off x="4303195" y="4617494"/>
            <a:ext cx="4845850" cy="529600"/>
            <a:chOff x="4296376" y="4610675"/>
            <a:chExt cx="4845850" cy="5296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296376" y="4610675"/>
              <a:ext cx="4845850" cy="52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4047175" y="2409650"/>
            <a:ext cx="4383600" cy="13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 idx="2" hasCustomPrompt="1"/>
          </p:nvPr>
        </p:nvSpPr>
        <p:spPr>
          <a:xfrm>
            <a:off x="5690275" y="1037350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" name="Google Shape;30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713225" y="1099175"/>
            <a:ext cx="317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713225" y="1869900"/>
            <a:ext cx="3171900" cy="21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36" name="Google Shape;3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" name="Google Shape;38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 flipH="1"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9350" y="3712050"/>
            <a:ext cx="1768001" cy="13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3553500" y="3054555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3553500" y="1649136"/>
            <a:ext cx="47871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3"/>
          </p:nvPr>
        </p:nvSpPr>
        <p:spPr>
          <a:xfrm>
            <a:off x="1859700" y="1649136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4"/>
          </p:nvPr>
        </p:nvSpPr>
        <p:spPr>
          <a:xfrm>
            <a:off x="1859700" y="3054549"/>
            <a:ext cx="1541400" cy="90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 rot="10800000">
            <a:off x="2620475" y="4773475"/>
            <a:ext cx="6523526" cy="369900"/>
            <a:chOff x="0" y="0"/>
            <a:chExt cx="6523526" cy="369900"/>
          </a:xfrm>
        </p:grpSpPr>
        <p:pic>
          <p:nvPicPr>
            <p:cNvPr id="48" name="Google Shape;4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0" name="Google Shape;5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170737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/>
          </a:blip>
          <a:srcRect l="31651" t="130" b="18270"/>
          <a:stretch/>
        </p:blipFill>
        <p:spPr>
          <a:xfrm rot="10800000" flipH="1">
            <a:off x="8199274" y="11375"/>
            <a:ext cx="1173326" cy="10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1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29" b="129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>
            <a:spLocks noGrp="1"/>
          </p:cNvSpPr>
          <p:nvPr>
            <p:ph type="title" hasCustomPrompt="1"/>
          </p:nvPr>
        </p:nvSpPr>
        <p:spPr>
          <a:xfrm>
            <a:off x="2476500" y="1872450"/>
            <a:ext cx="4191000" cy="104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"/>
          </p:nvPr>
        </p:nvSpPr>
        <p:spPr>
          <a:xfrm>
            <a:off x="2476500" y="2839950"/>
            <a:ext cx="41910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70784" y="263618"/>
            <a:ext cx="1768000" cy="1350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11"/>
          <p:cNvGrpSpPr/>
          <p:nvPr/>
        </p:nvGrpSpPr>
        <p:grpSpPr>
          <a:xfrm flipH="1">
            <a:off x="0" y="0"/>
            <a:ext cx="9144000" cy="5158300"/>
            <a:chOff x="0" y="0"/>
            <a:chExt cx="9144000" cy="5158300"/>
          </a:xfrm>
        </p:grpSpPr>
        <p:pic>
          <p:nvPicPr>
            <p:cNvPr id="93" name="Google Shape;93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92450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1"/>
          <p:cNvGrpSpPr/>
          <p:nvPr/>
        </p:nvGrpSpPr>
        <p:grpSpPr>
          <a:xfrm flipH="1">
            <a:off x="-5031" y="0"/>
            <a:ext cx="9149031" cy="5153900"/>
            <a:chOff x="0" y="0"/>
            <a:chExt cx="9149031" cy="5153900"/>
          </a:xfrm>
        </p:grpSpPr>
        <p:grpSp>
          <p:nvGrpSpPr>
            <p:cNvPr id="96" name="Google Shape;96;p11"/>
            <p:cNvGrpSpPr/>
            <p:nvPr/>
          </p:nvGrpSpPr>
          <p:grpSpPr>
            <a:xfrm>
              <a:off x="2633530" y="4624325"/>
              <a:ext cx="6515501" cy="529575"/>
              <a:chOff x="2633530" y="4624325"/>
              <a:chExt cx="6515501" cy="529575"/>
            </a:xfrm>
          </p:grpSpPr>
          <p:pic>
            <p:nvPicPr>
              <p:cNvPr id="97" name="Google Shape;97;p1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>
                <a:off x="2633530" y="4624325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85461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" name="Google Shape;99;p11"/>
            <p:cNvGrpSpPr/>
            <p:nvPr/>
          </p:nvGrpSpPr>
          <p:grpSpPr>
            <a:xfrm>
              <a:off x="0" y="0"/>
              <a:ext cx="6523526" cy="536050"/>
              <a:chOff x="0" y="0"/>
              <a:chExt cx="6523526" cy="536050"/>
            </a:xfrm>
          </p:grpSpPr>
          <p:pic>
            <p:nvPicPr>
              <p:cNvPr id="100" name="Google Shape;100;p11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2466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37592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4690005" y="1699096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37591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4689993" y="2781754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37592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4690007" y="3864413"/>
            <a:ext cx="694800" cy="694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280600" y="1699100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1280600" y="2781762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1280600" y="386442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5575300" y="1699096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5575300" y="2781754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5575300" y="3864413"/>
            <a:ext cx="2288100" cy="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18" name="Google Shape;118;p1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19" name="Google Shape;11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13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122" name="Google Shape;122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3835425" y="801507"/>
            <a:ext cx="4089300" cy="10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subTitle" idx="1"/>
          </p:nvPr>
        </p:nvSpPr>
        <p:spPr>
          <a:xfrm>
            <a:off x="3835425" y="1898175"/>
            <a:ext cx="4089300" cy="21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4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131" name="Google Shape;131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>
            <a:spLocks noGrp="1"/>
          </p:cNvSpPr>
          <p:nvPr>
            <p:ph type="title"/>
          </p:nvPr>
        </p:nvSpPr>
        <p:spPr>
          <a:xfrm>
            <a:off x="6001375" y="539500"/>
            <a:ext cx="24294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subTitle" idx="1"/>
          </p:nvPr>
        </p:nvSpPr>
        <p:spPr>
          <a:xfrm>
            <a:off x="6001375" y="1515400"/>
            <a:ext cx="2429400" cy="12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5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801100" cy="40647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38" name="Google Shape;138;p15"/>
          <p:cNvSpPr>
            <a:spLocks noGrp="1"/>
          </p:cNvSpPr>
          <p:nvPr>
            <p:ph type="pic" idx="3"/>
          </p:nvPr>
        </p:nvSpPr>
        <p:spPr>
          <a:xfrm>
            <a:off x="3595575" y="539500"/>
            <a:ext cx="2191200" cy="2328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39" name="Google Shape;139;p15"/>
          <p:cNvSpPr>
            <a:spLocks noGrp="1"/>
          </p:cNvSpPr>
          <p:nvPr>
            <p:ph type="pic" idx="4"/>
          </p:nvPr>
        </p:nvSpPr>
        <p:spPr>
          <a:xfrm>
            <a:off x="3595575" y="2953775"/>
            <a:ext cx="4835100" cy="16503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140" name="Google Shape;140;p15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10239" y="3372450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5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142" name="Google Shape;142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15"/>
          <p:cNvGrpSpPr/>
          <p:nvPr/>
        </p:nvGrpSpPr>
        <p:grpSpPr>
          <a:xfrm>
            <a:off x="5356527" y="4752250"/>
            <a:ext cx="3785698" cy="388025"/>
            <a:chOff x="5356527" y="4752250"/>
            <a:chExt cx="3785698" cy="388025"/>
          </a:xfrm>
        </p:grpSpPr>
        <p:pic>
          <p:nvPicPr>
            <p:cNvPr id="145" name="Google Shape;145;p1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5356527" y="4752250"/>
              <a:ext cx="3785698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BODY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720000" y="640080"/>
            <a:ext cx="3234900" cy="11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1"/>
          </p:nvPr>
        </p:nvSpPr>
        <p:spPr>
          <a:xfrm>
            <a:off x="720000" y="2101875"/>
            <a:ext cx="3234900" cy="12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720000" y="53849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subTitle" idx="1"/>
          </p:nvPr>
        </p:nvSpPr>
        <p:spPr>
          <a:xfrm>
            <a:off x="709750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7"/>
          <p:cNvSpPr txBox="1">
            <a:spLocks noGrp="1"/>
          </p:cNvSpPr>
          <p:nvPr>
            <p:ph type="subTitle" idx="2"/>
          </p:nvPr>
        </p:nvSpPr>
        <p:spPr>
          <a:xfrm>
            <a:off x="3457413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3"/>
          </p:nvPr>
        </p:nvSpPr>
        <p:spPr>
          <a:xfrm>
            <a:off x="6205076" y="2636600"/>
            <a:ext cx="2225700" cy="19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subTitle" idx="4"/>
          </p:nvPr>
        </p:nvSpPr>
        <p:spPr>
          <a:xfrm>
            <a:off x="709758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5"/>
          </p:nvPr>
        </p:nvSpPr>
        <p:spPr>
          <a:xfrm>
            <a:off x="3459159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6"/>
          </p:nvPr>
        </p:nvSpPr>
        <p:spPr>
          <a:xfrm>
            <a:off x="6205085" y="2073291"/>
            <a:ext cx="2225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17120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162" name="Google Shape;16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subTitle" idx="1"/>
          </p:nvPr>
        </p:nvSpPr>
        <p:spPr>
          <a:xfrm>
            <a:off x="720000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8"/>
          <p:cNvSpPr txBox="1">
            <a:spLocks noGrp="1"/>
          </p:cNvSpPr>
          <p:nvPr>
            <p:ph type="subTitle" idx="2"/>
          </p:nvPr>
        </p:nvSpPr>
        <p:spPr>
          <a:xfrm>
            <a:off x="4881166" y="167935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3"/>
          </p:nvPr>
        </p:nvSpPr>
        <p:spPr>
          <a:xfrm>
            <a:off x="720000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subTitle" idx="4"/>
          </p:nvPr>
        </p:nvSpPr>
        <p:spPr>
          <a:xfrm>
            <a:off x="4881166" y="3396200"/>
            <a:ext cx="35496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subTitle" idx="5"/>
          </p:nvPr>
        </p:nvSpPr>
        <p:spPr>
          <a:xfrm>
            <a:off x="720000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subTitle" idx="6"/>
          </p:nvPr>
        </p:nvSpPr>
        <p:spPr>
          <a:xfrm>
            <a:off x="72000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subTitle" idx="7"/>
          </p:nvPr>
        </p:nvSpPr>
        <p:spPr>
          <a:xfrm>
            <a:off x="4881127" y="1429886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8"/>
          </p:nvPr>
        </p:nvSpPr>
        <p:spPr>
          <a:xfrm>
            <a:off x="4881130" y="3146911"/>
            <a:ext cx="35496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-1" y="-4719"/>
            <a:ext cx="9144001" cy="5148207"/>
            <a:chOff x="-1" y="-4719"/>
            <a:chExt cx="9144001" cy="5148207"/>
          </a:xfrm>
        </p:grpSpPr>
        <p:pic>
          <p:nvPicPr>
            <p:cNvPr id="176" name="Google Shape;176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-4719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8"/>
          <p:cNvGrpSpPr/>
          <p:nvPr/>
        </p:nvGrpSpPr>
        <p:grpSpPr>
          <a:xfrm rot="10800000">
            <a:off x="0" y="-4719"/>
            <a:ext cx="4881173" cy="365700"/>
            <a:chOff x="4261050" y="4610675"/>
            <a:chExt cx="4881173" cy="365700"/>
          </a:xfrm>
        </p:grpSpPr>
        <p:pic>
          <p:nvPicPr>
            <p:cNvPr id="179" name="Google Shape;17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subTitle" idx="1"/>
          </p:nvPr>
        </p:nvSpPr>
        <p:spPr>
          <a:xfrm>
            <a:off x="720075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subTitle" idx="2"/>
          </p:nvPr>
        </p:nvSpPr>
        <p:spPr>
          <a:xfrm>
            <a:off x="3393880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subTitle" idx="3"/>
          </p:nvPr>
        </p:nvSpPr>
        <p:spPr>
          <a:xfrm>
            <a:off x="720075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4"/>
          </p:nvPr>
        </p:nvSpPr>
        <p:spPr>
          <a:xfrm>
            <a:off x="3393880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subTitle" idx="5"/>
          </p:nvPr>
        </p:nvSpPr>
        <p:spPr>
          <a:xfrm>
            <a:off x="6067686" y="1682496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9"/>
          <p:cNvSpPr txBox="1">
            <a:spLocks noGrp="1"/>
          </p:cNvSpPr>
          <p:nvPr>
            <p:ph type="subTitle" idx="6"/>
          </p:nvPr>
        </p:nvSpPr>
        <p:spPr>
          <a:xfrm>
            <a:off x="6067686" y="3398557"/>
            <a:ext cx="23631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subTitle" idx="7"/>
          </p:nvPr>
        </p:nvSpPr>
        <p:spPr>
          <a:xfrm>
            <a:off x="720075" y="1426464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1" name="Google Shape;191;p19"/>
          <p:cNvSpPr txBox="1">
            <a:spLocks noGrp="1"/>
          </p:cNvSpPr>
          <p:nvPr>
            <p:ph type="subTitle" idx="8"/>
          </p:nvPr>
        </p:nvSpPr>
        <p:spPr>
          <a:xfrm>
            <a:off x="3395380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9"/>
          </p:nvPr>
        </p:nvSpPr>
        <p:spPr>
          <a:xfrm>
            <a:off x="6067686" y="1426464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13"/>
          </p:nvPr>
        </p:nvSpPr>
        <p:spPr>
          <a:xfrm>
            <a:off x="720075" y="3145536"/>
            <a:ext cx="2363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14"/>
          </p:nvPr>
        </p:nvSpPr>
        <p:spPr>
          <a:xfrm>
            <a:off x="3393880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15"/>
          </p:nvPr>
        </p:nvSpPr>
        <p:spPr>
          <a:xfrm>
            <a:off x="6067686" y="3145541"/>
            <a:ext cx="2360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pic>
        <p:nvPicPr>
          <p:cNvPr id="196" name="Google Shape;196;p19"/>
          <p:cNvPicPr preferRelativeResize="0"/>
          <p:nvPr/>
        </p:nvPicPr>
        <p:blipFill rotWithShape="1">
          <a:blip r:embed="rId3">
            <a:alphaModFix/>
          </a:blip>
          <a:srcRect l="68148" b="22414"/>
          <a:stretch/>
        </p:blipFill>
        <p:spPr>
          <a:xfrm rot="10800000">
            <a:off x="8580849" y="64376"/>
            <a:ext cx="563126" cy="1047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>
            <a:spLocks noGrp="1"/>
          </p:cNvSpPr>
          <p:nvPr>
            <p:ph type="title" hasCustomPrompt="1"/>
          </p:nvPr>
        </p:nvSpPr>
        <p:spPr>
          <a:xfrm>
            <a:off x="3099888" y="2045129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1" name="Google Shape;201;p20"/>
          <p:cNvSpPr txBox="1">
            <a:spLocks noGrp="1"/>
          </p:cNvSpPr>
          <p:nvPr>
            <p:ph type="subTitle" idx="1"/>
          </p:nvPr>
        </p:nvSpPr>
        <p:spPr>
          <a:xfrm>
            <a:off x="3099898" y="2737825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2" name="Google Shape;202;p20"/>
          <p:cNvSpPr txBox="1">
            <a:spLocks noGrp="1"/>
          </p:cNvSpPr>
          <p:nvPr>
            <p:ph type="title" idx="2" hasCustomPrompt="1"/>
          </p:nvPr>
        </p:nvSpPr>
        <p:spPr>
          <a:xfrm>
            <a:off x="3099904" y="669938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0"/>
          <p:cNvSpPr txBox="1">
            <a:spLocks noGrp="1"/>
          </p:cNvSpPr>
          <p:nvPr>
            <p:ph type="subTitle" idx="3"/>
          </p:nvPr>
        </p:nvSpPr>
        <p:spPr>
          <a:xfrm>
            <a:off x="3099904" y="1362646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title" idx="4" hasCustomPrompt="1"/>
          </p:nvPr>
        </p:nvSpPr>
        <p:spPr>
          <a:xfrm>
            <a:off x="3099896" y="3420317"/>
            <a:ext cx="29442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" name="Google Shape;205;p20"/>
          <p:cNvSpPr txBox="1">
            <a:spLocks noGrp="1"/>
          </p:cNvSpPr>
          <p:nvPr>
            <p:ph type="subTitle" idx="5"/>
          </p:nvPr>
        </p:nvSpPr>
        <p:spPr>
          <a:xfrm>
            <a:off x="3099906" y="4113013"/>
            <a:ext cx="29442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206" name="Google Shape;206;p20"/>
          <p:cNvGrpSpPr/>
          <p:nvPr/>
        </p:nvGrpSpPr>
        <p:grpSpPr>
          <a:xfrm>
            <a:off x="0" y="0"/>
            <a:ext cx="9149044" cy="5153909"/>
            <a:chOff x="0" y="0"/>
            <a:chExt cx="9149044" cy="5153909"/>
          </a:xfrm>
        </p:grpSpPr>
        <p:grpSp>
          <p:nvGrpSpPr>
            <p:cNvPr id="207" name="Google Shape;207;p20"/>
            <p:cNvGrpSpPr/>
            <p:nvPr/>
          </p:nvGrpSpPr>
          <p:grpSpPr>
            <a:xfrm>
              <a:off x="2633519" y="4796608"/>
              <a:ext cx="6515525" cy="357300"/>
              <a:chOff x="2633519" y="4796608"/>
              <a:chExt cx="6515525" cy="357300"/>
            </a:xfrm>
          </p:grpSpPr>
          <p:pic>
            <p:nvPicPr>
              <p:cNvPr id="208" name="Google Shape;208;p2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33519" y="4796608"/>
                <a:ext cx="6515525" cy="357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9" name="Google Shape;209;p2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9407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0" name="Google Shape;210;p20"/>
            <p:cNvGrpSpPr/>
            <p:nvPr/>
          </p:nvGrpSpPr>
          <p:grpSpPr>
            <a:xfrm>
              <a:off x="0" y="0"/>
              <a:ext cx="6523526" cy="359400"/>
              <a:chOff x="0" y="0"/>
              <a:chExt cx="6523526" cy="359400"/>
            </a:xfrm>
          </p:grpSpPr>
          <p:pic>
            <p:nvPicPr>
              <p:cNvPr id="211" name="Google Shape;211;p2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0" y="0"/>
                <a:ext cx="6523526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" name="Google Shape;212;p2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13" name="Google Shape;213;p20"/>
          <p:cNvPicPr preferRelativeResize="0"/>
          <p:nvPr/>
        </p:nvPicPr>
        <p:blipFill rotWithShape="1">
          <a:blip r:embed="rId6">
            <a:alphaModFix/>
          </a:blip>
          <a:srcRect t="129" b="129"/>
          <a:stretch/>
        </p:blipFill>
        <p:spPr>
          <a:xfrm rot="5400000">
            <a:off x="-128174" y="3562553"/>
            <a:ext cx="1716695" cy="130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21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18" name="Google Shape;21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0" name="Google Shape;220;p21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21" name="Google Shape;221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226" name="Google Shape;226;p22"/>
          <p:cNvPicPr preferRelativeResize="0"/>
          <p:nvPr/>
        </p:nvPicPr>
        <p:blipFill rotWithShape="1">
          <a:blip r:embed="rId3">
            <a:alphaModFix/>
          </a:blip>
          <a:srcRect l="14813" b="34262"/>
          <a:stretch/>
        </p:blipFill>
        <p:spPr>
          <a:xfrm rot="10800000">
            <a:off x="7654149" y="-40526"/>
            <a:ext cx="1506076" cy="8878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22"/>
          <p:cNvGrpSpPr/>
          <p:nvPr/>
        </p:nvGrpSpPr>
        <p:grpSpPr>
          <a:xfrm flipH="1">
            <a:off x="0" y="0"/>
            <a:ext cx="9144000" cy="5143512"/>
            <a:chOff x="0" y="0"/>
            <a:chExt cx="9144000" cy="5143512"/>
          </a:xfrm>
        </p:grpSpPr>
        <p:pic>
          <p:nvPicPr>
            <p:cNvPr id="228" name="Google Shape;228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23"/>
          <p:cNvGrpSpPr/>
          <p:nvPr/>
        </p:nvGrpSpPr>
        <p:grpSpPr>
          <a:xfrm flipH="1">
            <a:off x="2620475" y="0"/>
            <a:ext cx="6523526" cy="369900"/>
            <a:chOff x="0" y="0"/>
            <a:chExt cx="6523526" cy="369900"/>
          </a:xfrm>
        </p:grpSpPr>
        <p:pic>
          <p:nvPicPr>
            <p:cNvPr id="234" name="Google Shape;234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6" name="Google Shape;236;p23"/>
          <p:cNvPicPr preferRelativeResize="0"/>
          <p:nvPr/>
        </p:nvPicPr>
        <p:blipFill rotWithShape="1">
          <a:blip r:embed="rId5">
            <a:alphaModFix/>
          </a:blip>
          <a:srcRect r="56111" b="41941"/>
          <a:stretch/>
        </p:blipFill>
        <p:spPr>
          <a:xfrm rot="-5400000">
            <a:off x="8325038" y="4266787"/>
            <a:ext cx="775950" cy="78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 flipH="1">
            <a:off x="0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241" name="Google Shape;241;p24"/>
          <p:cNvPicPr preferRelativeResize="0"/>
          <p:nvPr/>
        </p:nvPicPr>
        <p:blipFill rotWithShape="1">
          <a:blip r:embed="rId3">
            <a:alphaModFix/>
          </a:blip>
          <a:srcRect t="128" b="35496"/>
          <a:stretch/>
        </p:blipFill>
        <p:spPr>
          <a:xfrm>
            <a:off x="6296175" y="4293872"/>
            <a:ext cx="1716701" cy="844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4"/>
          <p:cNvGrpSpPr/>
          <p:nvPr/>
        </p:nvGrpSpPr>
        <p:grpSpPr>
          <a:xfrm>
            <a:off x="0" y="0"/>
            <a:ext cx="3789523" cy="359400"/>
            <a:chOff x="0" y="0"/>
            <a:chExt cx="3789523" cy="359400"/>
          </a:xfrm>
        </p:grpSpPr>
        <p:pic>
          <p:nvPicPr>
            <p:cNvPr id="243" name="Google Shape;243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5" name="Google Shape;24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 flipH="1">
            <a:off x="81712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5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25"/>
          <p:cNvGrpSpPr/>
          <p:nvPr/>
        </p:nvGrpSpPr>
        <p:grpSpPr>
          <a:xfrm rot="10800000" flipH="1">
            <a:off x="5131123" y="0"/>
            <a:ext cx="4012877" cy="359400"/>
            <a:chOff x="5129348" y="4780863"/>
            <a:chExt cx="4012877" cy="359400"/>
          </a:xfrm>
        </p:grpSpPr>
        <p:pic>
          <p:nvPicPr>
            <p:cNvPr id="250" name="Google Shape;250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5129348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2" name="Google Shape;25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25" y="0"/>
            <a:ext cx="972775" cy="9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6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26"/>
          <p:cNvGrpSpPr/>
          <p:nvPr/>
        </p:nvGrpSpPr>
        <p:grpSpPr>
          <a:xfrm>
            <a:off x="0" y="12"/>
            <a:ext cx="9144000" cy="5143487"/>
            <a:chOff x="0" y="12"/>
            <a:chExt cx="9144000" cy="5143487"/>
          </a:xfrm>
        </p:grpSpPr>
        <p:pic>
          <p:nvPicPr>
            <p:cNvPr id="257" name="Google Shape;25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0" y="4170725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 flipH="1">
              <a:off x="8171225" y="12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9" name="Google Shape;259;p26"/>
          <p:cNvGrpSpPr/>
          <p:nvPr/>
        </p:nvGrpSpPr>
        <p:grpSpPr>
          <a:xfrm rot="10800000">
            <a:off x="0" y="0"/>
            <a:ext cx="4012877" cy="359400"/>
            <a:chOff x="5129346" y="4780863"/>
            <a:chExt cx="4012877" cy="359400"/>
          </a:xfrm>
        </p:grpSpPr>
        <p:pic>
          <p:nvPicPr>
            <p:cNvPr id="260" name="Google Shape;260;p2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129346" y="4780863"/>
              <a:ext cx="4012877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260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>
            <a:spLocks noGrp="1"/>
          </p:cNvSpPr>
          <p:nvPr>
            <p:ph type="title"/>
          </p:nvPr>
        </p:nvSpPr>
        <p:spPr>
          <a:xfrm>
            <a:off x="4364013" y="540000"/>
            <a:ext cx="36993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7"/>
          <p:cNvSpPr txBox="1">
            <a:spLocks noGrp="1"/>
          </p:cNvSpPr>
          <p:nvPr>
            <p:ph type="subTitle" idx="1"/>
          </p:nvPr>
        </p:nvSpPr>
        <p:spPr>
          <a:xfrm>
            <a:off x="4364013" y="2369350"/>
            <a:ext cx="36993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7"/>
          <p:cNvSpPr>
            <a:spLocks noGrp="1"/>
          </p:cNvSpPr>
          <p:nvPr>
            <p:ph type="pic" idx="2"/>
          </p:nvPr>
        </p:nvSpPr>
        <p:spPr>
          <a:xfrm>
            <a:off x="713225" y="539550"/>
            <a:ext cx="30726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267" name="Google Shape;267;p27"/>
          <p:cNvSpPr txBox="1"/>
          <p:nvPr/>
        </p:nvSpPr>
        <p:spPr>
          <a:xfrm>
            <a:off x="4364013" y="3542325"/>
            <a:ext cx="3699300" cy="6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 b="1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8" name="Google Shape;268;p27"/>
          <p:cNvGrpSpPr/>
          <p:nvPr/>
        </p:nvGrpSpPr>
        <p:grpSpPr>
          <a:xfrm>
            <a:off x="-6816" y="0"/>
            <a:ext cx="9150952" cy="5153913"/>
            <a:chOff x="-6816" y="0"/>
            <a:chExt cx="9150952" cy="5153913"/>
          </a:xfrm>
        </p:grpSpPr>
        <p:grpSp>
          <p:nvGrpSpPr>
            <p:cNvPr id="269" name="Google Shape;269;p27"/>
            <p:cNvGrpSpPr/>
            <p:nvPr/>
          </p:nvGrpSpPr>
          <p:grpSpPr>
            <a:xfrm flipH="1">
              <a:off x="5354613" y="0"/>
              <a:ext cx="3789523" cy="359400"/>
              <a:chOff x="0" y="0"/>
              <a:chExt cx="3789523" cy="359400"/>
            </a:xfrm>
          </p:grpSpPr>
          <p:pic>
            <p:nvPicPr>
              <p:cNvPr id="270" name="Google Shape;270;p27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0"/>
                <a:ext cx="3789523" cy="359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" name="Google Shape;271;p27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65125" y="1452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2" name="Google Shape;272;p27"/>
            <p:cNvGrpSpPr/>
            <p:nvPr/>
          </p:nvGrpSpPr>
          <p:grpSpPr>
            <a:xfrm flipH="1">
              <a:off x="-6816" y="4765888"/>
              <a:ext cx="3785698" cy="388025"/>
              <a:chOff x="5363346" y="4765888"/>
              <a:chExt cx="3785698" cy="388025"/>
            </a:xfrm>
          </p:grpSpPr>
          <p:pic>
            <p:nvPicPr>
              <p:cNvPr id="273" name="Google Shape;273;p27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 rot="10800000">
                <a:off x="5363346" y="4765888"/>
                <a:ext cx="3785698" cy="3880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4" name="Google Shape;274;p27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 rot="10800000">
                <a:off x="7300206" y="4925405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75" name="Google Shape;275;p27"/>
          <p:cNvGrpSpPr/>
          <p:nvPr/>
        </p:nvGrpSpPr>
        <p:grpSpPr>
          <a:xfrm>
            <a:off x="0" y="-11538"/>
            <a:ext cx="9143999" cy="5155025"/>
            <a:chOff x="0" y="-11538"/>
            <a:chExt cx="9143999" cy="5155025"/>
          </a:xfrm>
        </p:grpSpPr>
        <p:pic>
          <p:nvPicPr>
            <p:cNvPr id="276" name="Google Shape;276;p2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flipH="1">
              <a:off x="0" y="-11538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27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 flipH="1">
              <a:off x="8171224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t="129" b="129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8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284" name="Google Shape;284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5" name="Google Shape;285;p28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286" name="Google Shape;286;p28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7" name="Google Shape;287;p2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3">
            <a:alphaModFix/>
          </a:blip>
          <a:srcRect l="73637" t="129" b="129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9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292" name="Google Shape;29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2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4" name="Google Shape;294;p29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295" name="Google Shape;295;p2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18" Type="http://schemas.microsoft.com/office/2007/relationships/diagramDrawing" Target="../diagrams/drawing5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17" Type="http://schemas.openxmlformats.org/officeDocument/2006/relationships/diagramColors" Target="../diagrams/colors5.xml"/><Relationship Id="rId2" Type="http://schemas.openxmlformats.org/officeDocument/2006/relationships/notesSlide" Target="../notesSlides/notesSlide7.xml"/><Relationship Id="rId16" Type="http://schemas.openxmlformats.org/officeDocument/2006/relationships/diagramQuickStyle" Target="../diagrams/quickStyle5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5" Type="http://schemas.openxmlformats.org/officeDocument/2006/relationships/diagramLayout" Target="../diagrams/layout5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Relationship Id="rId1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microsoft.com/office/2017/06/relationships/model3d" Target="../media/model3d1.glb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svgsilh.com/image/1910474.html" TargetMode="Externa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07;p33">
            <a:extLst>
              <a:ext uri="{FF2B5EF4-FFF2-40B4-BE49-F238E27FC236}">
                <a16:creationId xmlns:a16="http://schemas.microsoft.com/office/drawing/2014/main" id="{ECA5C88B-EC0B-4A7F-0996-BDD95D0E0BF9}"/>
              </a:ext>
            </a:extLst>
          </p:cNvPr>
          <p:cNvSpPr txBox="1">
            <a:spLocks noGrp="1"/>
          </p:cNvSpPr>
          <p:nvPr/>
        </p:nvSpPr>
        <p:spPr>
          <a:xfrm>
            <a:off x="1358902" y="890461"/>
            <a:ext cx="7199400" cy="796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4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 b="1" i="0" u="none" strike="noStrike" cap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 b="1" i="0" u="none" strike="noStrike" cap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 b="1" i="0" u="none" strike="noStrike" cap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 b="1" i="0" u="none" strike="noStrike" cap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 b="1" i="0" u="none" strike="noStrike" cap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 b="1" i="0" u="none" strike="noStrike" cap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 b="1" i="0" u="none" strike="noStrike" cap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 b="1" i="0" u="none" strike="noStrike" cap="none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2800" dirty="0">
                <a:solidFill>
                  <a:srgbClr val="0B66BC"/>
                </a:solidFill>
                <a:latin typeface="Times New Roman"/>
              </a:rPr>
              <a:t>MAHENDRA ENGINEERING COLLEGE</a:t>
            </a:r>
            <a:br>
              <a:rPr lang="en-US" sz="2800" b="0" dirty="0">
                <a:latin typeface="Times New Roman"/>
              </a:rPr>
            </a:br>
            <a:r>
              <a:rPr lang="en-US" sz="1800" b="0" dirty="0">
                <a:latin typeface="Times New Roman"/>
              </a:rPr>
              <a:t>(Autonomous)</a:t>
            </a:r>
            <a:endParaRPr lang="en-US" sz="1800" dirty="0"/>
          </a:p>
        </p:txBody>
      </p:sp>
      <p:sp>
        <p:nvSpPr>
          <p:cNvPr id="7" name="Google Shape;308;p33">
            <a:extLst>
              <a:ext uri="{FF2B5EF4-FFF2-40B4-BE49-F238E27FC236}">
                <a16:creationId xmlns:a16="http://schemas.microsoft.com/office/drawing/2014/main" id="{0C4322F2-62CB-BC6A-27D5-D9238EA81210}"/>
              </a:ext>
            </a:extLst>
          </p:cNvPr>
          <p:cNvSpPr txBox="1">
            <a:spLocks noGrp="1"/>
          </p:cNvSpPr>
          <p:nvPr/>
        </p:nvSpPr>
        <p:spPr>
          <a:xfrm>
            <a:off x="848831" y="2285735"/>
            <a:ext cx="7709471" cy="206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 algn="l"/>
            <a:r>
              <a:rPr lang="en" sz="1800" b="1" dirty="0">
                <a:solidFill>
                  <a:srgbClr val="0B66BC"/>
                </a:solidFill>
                <a:latin typeface="Times New Roman"/>
              </a:rPr>
              <a:t>Name of the College :</a:t>
            </a:r>
            <a:r>
              <a:rPr lang="en" sz="1800" dirty="0">
                <a:solidFill>
                  <a:srgbClr val="0B66BC"/>
                </a:solidFill>
                <a:latin typeface="Times New Roman"/>
              </a:rPr>
              <a:t> </a:t>
            </a:r>
            <a:r>
              <a:rPr lang="en" sz="1800" b="1" dirty="0">
                <a:solidFill>
                  <a:schemeClr val="tx2">
                    <a:lumMod val="10000"/>
                  </a:schemeClr>
                </a:solidFill>
                <a:latin typeface="Times New Roman"/>
              </a:rPr>
              <a:t>Mahendra </a:t>
            </a:r>
            <a:r>
              <a:rPr lang="en-US" sz="1800" b="1" dirty="0">
                <a:solidFill>
                  <a:schemeClr val="tx2">
                    <a:lumMod val="10000"/>
                  </a:schemeClr>
                </a:solidFill>
                <a:latin typeface="Times New Roman"/>
              </a:rPr>
              <a:t>Institute of  technology </a:t>
            </a:r>
            <a:endParaRPr lang="en" sz="1800" b="1" dirty="0">
              <a:solidFill>
                <a:schemeClr val="tx2">
                  <a:lumMod val="10000"/>
                </a:schemeClr>
              </a:solidFill>
              <a:latin typeface="Times New Roman"/>
            </a:endParaRPr>
          </a:p>
          <a:p>
            <a:pPr marL="0" indent="0" algn="l"/>
            <a:r>
              <a:rPr lang="en" sz="1800" b="1" dirty="0">
                <a:solidFill>
                  <a:srgbClr val="0B66BC"/>
                </a:solidFill>
                <a:latin typeface="Times New Roman"/>
              </a:rPr>
              <a:t>Name of the Team :</a:t>
            </a:r>
            <a:r>
              <a:rPr lang="en" sz="1800" b="1" dirty="0">
                <a:solidFill>
                  <a:schemeClr val="tx2">
                    <a:lumMod val="10000"/>
                  </a:schemeClr>
                </a:solidFill>
                <a:latin typeface="Times New Roman"/>
              </a:rPr>
              <a:t>FURIOUZ CODE</a:t>
            </a:r>
            <a:endParaRPr lang="en" sz="1800" dirty="0">
              <a:solidFill>
                <a:schemeClr val="tx2">
                  <a:lumMod val="10000"/>
                </a:schemeClr>
              </a:solidFill>
              <a:latin typeface="Times New Roman"/>
            </a:endParaRPr>
          </a:p>
          <a:p>
            <a:pPr marL="0" indent="0" algn="l"/>
            <a:r>
              <a:rPr lang="en" sz="1800" b="1" dirty="0">
                <a:solidFill>
                  <a:srgbClr val="0B66BC"/>
                </a:solidFill>
                <a:latin typeface="Times New Roman"/>
              </a:rPr>
              <a:t>Name of the Team Leader </a:t>
            </a:r>
            <a:r>
              <a:rPr lang="en" sz="1800" b="1" dirty="0">
                <a:solidFill>
                  <a:schemeClr val="tx2">
                    <a:lumMod val="10000"/>
                  </a:schemeClr>
                </a:solidFill>
                <a:latin typeface="Times New Roman"/>
              </a:rPr>
              <a:t>:</a:t>
            </a:r>
            <a:r>
              <a:rPr lang="en" sz="1800" dirty="0">
                <a:solidFill>
                  <a:schemeClr val="tx2">
                    <a:lumMod val="10000"/>
                  </a:schemeClr>
                </a:solidFill>
                <a:latin typeface="Times New Roman"/>
              </a:rPr>
              <a:t> </a:t>
            </a:r>
            <a:r>
              <a:rPr lang="en-US" sz="1800" b="1" dirty="0">
                <a:solidFill>
                  <a:schemeClr val="tx2">
                    <a:lumMod val="10000"/>
                  </a:schemeClr>
                </a:solidFill>
                <a:latin typeface="Times New Roman"/>
              </a:rPr>
              <a:t>IMRAN.S.S </a:t>
            </a:r>
            <a:endParaRPr lang="en" sz="1800" dirty="0">
              <a:solidFill>
                <a:schemeClr val="tx2">
                  <a:lumMod val="10000"/>
                </a:schemeClr>
              </a:solidFill>
              <a:latin typeface="Times New Roman"/>
            </a:endParaRPr>
          </a:p>
          <a:p>
            <a:pPr marL="0" indent="0" algn="l"/>
            <a:r>
              <a:rPr lang="en" sz="1800" b="1" dirty="0">
                <a:solidFill>
                  <a:srgbClr val="0B66BC"/>
                </a:solidFill>
                <a:latin typeface="Times New Roman"/>
              </a:rPr>
              <a:t>Name of the Department :</a:t>
            </a:r>
            <a:r>
              <a:rPr lang="en" sz="1800" dirty="0">
                <a:solidFill>
                  <a:srgbClr val="0B66BC"/>
                </a:solidFill>
                <a:latin typeface="Times New Roman"/>
              </a:rPr>
              <a:t> </a:t>
            </a:r>
            <a:r>
              <a:rPr lang="en" sz="1800" b="1" dirty="0">
                <a:solidFill>
                  <a:schemeClr val="tx2">
                    <a:lumMod val="10000"/>
                  </a:schemeClr>
                </a:solidFill>
                <a:latin typeface="Times New Roman"/>
                <a:cs typeface="Times New Roman"/>
              </a:rPr>
              <a:t>CSE</a:t>
            </a:r>
          </a:p>
          <a:p>
            <a:pPr marL="0" indent="0" algn="l"/>
            <a:r>
              <a:rPr lang="en" sz="1800" b="1" dirty="0">
                <a:solidFill>
                  <a:srgbClr val="0B66BC"/>
                </a:solidFill>
                <a:latin typeface="Times New Roman"/>
              </a:rPr>
              <a:t>Problem Statement :</a:t>
            </a:r>
            <a:r>
              <a:rPr lang="en" sz="1800" dirty="0">
                <a:solidFill>
                  <a:srgbClr val="0B66BC"/>
                </a:solidFill>
                <a:latin typeface="Times New Roman"/>
              </a:rPr>
              <a:t> </a:t>
            </a:r>
            <a:r>
              <a:rPr lang="en" sz="1800" b="1" dirty="0">
                <a:solidFill>
                  <a:schemeClr val="tx2">
                    <a:lumMod val="10000"/>
                  </a:schemeClr>
                </a:solidFill>
                <a:latin typeface="Times New Roman"/>
              </a:rPr>
              <a:t>AI-POWERED TRAFFIC </a:t>
            </a:r>
            <a:r>
              <a:rPr lang="en-US" sz="1800" b="1" dirty="0">
                <a:solidFill>
                  <a:schemeClr val="tx2">
                    <a:lumMod val="10000"/>
                  </a:schemeClr>
                </a:solidFill>
                <a:latin typeface="Times New Roman"/>
              </a:rPr>
              <a:t>MANAGEMENT  SYSTEM</a:t>
            </a:r>
            <a:endParaRPr lang="en" sz="1800" b="1" dirty="0">
              <a:solidFill>
                <a:schemeClr val="tx2">
                  <a:lumMod val="10000"/>
                </a:schemeClr>
              </a:solidFill>
              <a:latin typeface="Times New Roman"/>
              <a:cs typeface="Times New Roman"/>
            </a:endParaRPr>
          </a:p>
          <a:p>
            <a:pPr marL="0" indent="0" algn="l"/>
            <a:r>
              <a:rPr lang="en" sz="1800" b="1" dirty="0">
                <a:solidFill>
                  <a:srgbClr val="0B66BC"/>
                </a:solidFill>
                <a:latin typeface="Times New Roman"/>
              </a:rPr>
              <a:t>Date :</a:t>
            </a:r>
            <a:r>
              <a:rPr lang="en" sz="1800" dirty="0">
                <a:latin typeface="Times New Roman"/>
              </a:rPr>
              <a:t> DD/MM/YYYY</a:t>
            </a:r>
          </a:p>
        </p:txBody>
      </p:sp>
      <p:pic>
        <p:nvPicPr>
          <p:cNvPr id="8" name="Picture 7" descr="A logo with a globe and text&#10;&#10;AI-generated content may be incorrect.">
            <a:extLst>
              <a:ext uri="{FF2B5EF4-FFF2-40B4-BE49-F238E27FC236}">
                <a16:creationId xmlns:a16="http://schemas.microsoft.com/office/drawing/2014/main" id="{BA85CC92-D7EB-982D-7711-A3E6A5F02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59" y="890200"/>
            <a:ext cx="871441" cy="791697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BA01D6BB-B064-970E-F9EA-394D28091AEC}"/>
              </a:ext>
            </a:extLst>
          </p:cNvPr>
          <p:cNvSpPr txBox="1"/>
          <p:nvPr/>
        </p:nvSpPr>
        <p:spPr>
          <a:xfrm>
            <a:off x="1359835" y="1684152"/>
            <a:ext cx="7199149" cy="60158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b="1" dirty="0">
                <a:solidFill>
                  <a:srgbClr val="0B66BC"/>
                </a:solidFill>
                <a:latin typeface="Times New Roman"/>
              </a:rPr>
              <a:t>CATCH ‘25 – Hackathon</a:t>
            </a:r>
          </a:p>
        </p:txBody>
      </p:sp>
      <p:pic>
        <p:nvPicPr>
          <p:cNvPr id="2" name="Google Shape;161;p15">
            <a:extLst>
              <a:ext uri="{FF2B5EF4-FFF2-40B4-BE49-F238E27FC236}">
                <a16:creationId xmlns:a16="http://schemas.microsoft.com/office/drawing/2014/main" id="{31C2EB6B-F1E4-A5D8-B686-0F026CFC43F8}"/>
              </a:ext>
            </a:extLst>
          </p:cNvPr>
          <p:cNvPicPr preferRelativeResize="0"/>
          <p:nvPr/>
        </p:nvPicPr>
        <p:blipFill>
          <a:blip r:embed="rId4"/>
          <a:srcRect t="909" b="909"/>
          <a:stretch/>
        </p:blipFill>
        <p:spPr>
          <a:xfrm>
            <a:off x="7405807" y="18313"/>
            <a:ext cx="1152495" cy="937686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>
          <a:extLst>
            <a:ext uri="{FF2B5EF4-FFF2-40B4-BE49-F238E27FC236}">
              <a16:creationId xmlns:a16="http://schemas.microsoft.com/office/drawing/2014/main" id="{FC0656B3-5BD5-1F47-46F7-88D83AA1D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65FBBB-7712-938D-E847-DBBA335CFDB5}"/>
              </a:ext>
            </a:extLst>
          </p:cNvPr>
          <p:cNvSpPr>
            <a:spLocks noGrp="1"/>
          </p:cNvSpPr>
          <p:nvPr/>
        </p:nvSpPr>
        <p:spPr>
          <a:xfrm>
            <a:off x="2082206" y="397575"/>
            <a:ext cx="497958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-US">
                <a:solidFill>
                  <a:srgbClr val="0B66BC"/>
                </a:solidFill>
                <a:latin typeface="Times New Roman"/>
              </a:rPr>
              <a:t>CREW DETAILS</a:t>
            </a:r>
            <a:endParaRPr lang="en-US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89109C67-E826-4C45-00B9-94EB9A47B146}"/>
              </a:ext>
            </a:extLst>
          </p:cNvPr>
          <p:cNvSpPr txBox="1"/>
          <p:nvPr/>
        </p:nvSpPr>
        <p:spPr>
          <a:xfrm>
            <a:off x="501155" y="4391510"/>
            <a:ext cx="7524133" cy="24622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>
                <a:latin typeface="Times New Roman"/>
              </a:rPr>
              <a:t>*For Example Contribution Type Can be : Coder, Team Leader, Team Member.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253D7D-B217-E122-45F6-A94540F9E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453723"/>
              </p:ext>
            </p:extLst>
          </p:nvPr>
        </p:nvGraphicFramePr>
        <p:xfrm>
          <a:off x="202395" y="1397535"/>
          <a:ext cx="8797226" cy="2723457"/>
        </p:xfrm>
        <a:graphic>
          <a:graphicData uri="http://schemas.openxmlformats.org/drawingml/2006/table">
            <a:tbl>
              <a:tblPr bandRow="1">
                <a:tableStyleId>{D3C4408B-DB6A-4BE4-B706-57E35D0E8FFD}</a:tableStyleId>
              </a:tblPr>
              <a:tblGrid>
                <a:gridCol w="2584810">
                  <a:extLst>
                    <a:ext uri="{9D8B030D-6E8A-4147-A177-3AD203B41FA5}">
                      <a16:colId xmlns:a16="http://schemas.microsoft.com/office/drawing/2014/main" val="465308331"/>
                    </a:ext>
                  </a:extLst>
                </a:gridCol>
                <a:gridCol w="709990">
                  <a:extLst>
                    <a:ext uri="{9D8B030D-6E8A-4147-A177-3AD203B41FA5}">
                      <a16:colId xmlns:a16="http://schemas.microsoft.com/office/drawing/2014/main" val="3307750178"/>
                    </a:ext>
                  </a:extLst>
                </a:gridCol>
                <a:gridCol w="1497636">
                  <a:extLst>
                    <a:ext uri="{9D8B030D-6E8A-4147-A177-3AD203B41FA5}">
                      <a16:colId xmlns:a16="http://schemas.microsoft.com/office/drawing/2014/main" val="398425740"/>
                    </a:ext>
                  </a:extLst>
                </a:gridCol>
                <a:gridCol w="1575291">
                  <a:extLst>
                    <a:ext uri="{9D8B030D-6E8A-4147-A177-3AD203B41FA5}">
                      <a16:colId xmlns:a16="http://schemas.microsoft.com/office/drawing/2014/main" val="638533581"/>
                    </a:ext>
                  </a:extLst>
                </a:gridCol>
                <a:gridCol w="2429499">
                  <a:extLst>
                    <a:ext uri="{9D8B030D-6E8A-4147-A177-3AD203B41FA5}">
                      <a16:colId xmlns:a16="http://schemas.microsoft.com/office/drawing/2014/main" val="1942742084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NAME OF THE STUDENT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YEAR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DEPARTMENT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DESIGNATION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E MAIL ID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755349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US" sz="14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IMRAN.S.S 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II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dirty="0">
                          <a:effectLst/>
                          <a:latin typeface="Times New Roman"/>
                        </a:rPr>
                        <a:t>CSE</a:t>
                      </a: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TEAM LEADER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Imranss1309@gmail.com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0585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US" sz="14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KISHORE KUMAR.V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effectLst/>
                          <a:latin typeface="Times New Roman"/>
                        </a:rPr>
                        <a:t>II</a:t>
                      </a: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dirty="0">
                          <a:effectLst/>
                          <a:latin typeface="Times New Roman"/>
                        </a:rPr>
                        <a:t>CSE</a:t>
                      </a: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CODER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Kishorekumarv25@gmail.com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4514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US" sz="14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KALIDASH.M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II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dirty="0">
                          <a:effectLst/>
                          <a:latin typeface="Times New Roman"/>
                        </a:rPr>
                        <a:t>CSE</a:t>
                      </a: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SUB LEADER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dirty="0">
                          <a:effectLst/>
                          <a:latin typeface="Times New Roman"/>
                        </a:rPr>
                        <a:t>kalidhas00004@gmail.com</a:t>
                      </a: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56241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US" sz="14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LOGESHWARAN.M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II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dirty="0">
                          <a:effectLst/>
                          <a:latin typeface="Times New Roman"/>
                        </a:rPr>
                        <a:t>CSE</a:t>
                      </a: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CODER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logeshm15112005@gmail.com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21903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</a:pPr>
                      <a:r>
                        <a:rPr lang="en-US" sz="14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KATHIRAVAN.E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II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dirty="0">
                          <a:effectLst/>
                          <a:latin typeface="Times New Roman"/>
                        </a:rPr>
                        <a:t>CSE </a:t>
                      </a: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TEAM MEMBER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</a:pPr>
                      <a:r>
                        <a:rPr lang="en-US" sz="1200" dirty="0">
                          <a:solidFill>
                            <a:srgbClr val="202A41"/>
                          </a:solidFill>
                          <a:effectLst/>
                          <a:latin typeface="Times New Roman"/>
                        </a:rPr>
                        <a:t>kathiravankathiravan2305@gmail.com</a:t>
                      </a:r>
                      <a:endParaRPr lang="en-US" dirty="0">
                        <a:effectLst/>
                        <a:latin typeface="Times New Roman"/>
                      </a:endParaRPr>
                    </a:p>
                  </a:txBody>
                  <a:tcPr marL="45691" marR="45691" marT="45691" marB="45691"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730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67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88;p47">
            <a:extLst>
              <a:ext uri="{FF2B5EF4-FFF2-40B4-BE49-F238E27FC236}">
                <a16:creationId xmlns:a16="http://schemas.microsoft.com/office/drawing/2014/main" id="{6471E41C-8FF3-8567-8DBA-8BBA3A0400B6}"/>
              </a:ext>
            </a:extLst>
          </p:cNvPr>
          <p:cNvSpPr txBox="1"/>
          <p:nvPr/>
        </p:nvSpPr>
        <p:spPr>
          <a:xfrm flipH="1">
            <a:off x="963296" y="145727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191919"/>
                </a:solidFill>
                <a:latin typeface="Times New Roman"/>
                <a:ea typeface="Poppins"/>
                <a:cs typeface="Times New Roman"/>
              </a:rPr>
              <a:t>ABSTRACT</a:t>
            </a:r>
          </a:p>
        </p:txBody>
      </p:sp>
      <p:sp>
        <p:nvSpPr>
          <p:cNvPr id="5" name="Google Shape;489;p47">
            <a:extLst>
              <a:ext uri="{FF2B5EF4-FFF2-40B4-BE49-F238E27FC236}">
                <a16:creationId xmlns:a16="http://schemas.microsoft.com/office/drawing/2014/main" id="{47835E77-52F2-CC02-AEA8-5092656EC8F2}"/>
              </a:ext>
            </a:extLst>
          </p:cNvPr>
          <p:cNvSpPr txBox="1"/>
          <p:nvPr/>
        </p:nvSpPr>
        <p:spPr>
          <a:xfrm flipH="1">
            <a:off x="3785333" y="145727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latin typeface="Times New Roman"/>
                <a:cs typeface="Times New Roman"/>
              </a:rPr>
              <a:t>IDEA/APPROACH DETAILS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6" name="Google Shape;490;p47">
            <a:extLst>
              <a:ext uri="{FF2B5EF4-FFF2-40B4-BE49-F238E27FC236}">
                <a16:creationId xmlns:a16="http://schemas.microsoft.com/office/drawing/2014/main" id="{67EF8F8B-8AE0-7CFC-8952-9638E036AA01}"/>
              </a:ext>
            </a:extLst>
          </p:cNvPr>
          <p:cNvSpPr txBox="1"/>
          <p:nvPr/>
        </p:nvSpPr>
        <p:spPr>
          <a:xfrm flipH="1">
            <a:off x="6607395" y="1457273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latin typeface="Times New Roman"/>
                <a:ea typeface="Poppins"/>
                <a:cs typeface="Times New Roman"/>
              </a:rPr>
              <a:t>FLOW CHART</a:t>
            </a:r>
          </a:p>
        </p:txBody>
      </p:sp>
      <p:sp>
        <p:nvSpPr>
          <p:cNvPr id="7" name="Google Shape;491;p47">
            <a:extLst>
              <a:ext uri="{FF2B5EF4-FFF2-40B4-BE49-F238E27FC236}">
                <a16:creationId xmlns:a16="http://schemas.microsoft.com/office/drawing/2014/main" id="{4E5A6243-7A6A-7FBC-DADA-34CD1415B591}"/>
              </a:ext>
            </a:extLst>
          </p:cNvPr>
          <p:cNvSpPr txBox="1"/>
          <p:nvPr/>
        </p:nvSpPr>
        <p:spPr>
          <a:xfrm flipH="1">
            <a:off x="963269" y="2671166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latin typeface="Times New Roman"/>
                <a:cs typeface="Times New Roman"/>
                <a:sym typeface="Poppins"/>
              </a:rPr>
              <a:t>TECH STACK AND DEPENDENCIES</a:t>
            </a:r>
            <a:endParaRPr lang="en" sz="120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8" name="Google Shape;492;p47">
            <a:extLst>
              <a:ext uri="{FF2B5EF4-FFF2-40B4-BE49-F238E27FC236}">
                <a16:creationId xmlns:a16="http://schemas.microsoft.com/office/drawing/2014/main" id="{482429DD-A3DF-A80D-01F8-9CE8732ECE74}"/>
              </a:ext>
            </a:extLst>
          </p:cNvPr>
          <p:cNvSpPr txBox="1"/>
          <p:nvPr/>
        </p:nvSpPr>
        <p:spPr>
          <a:xfrm flipH="1">
            <a:off x="6607395" y="2671174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latin typeface="Times New Roman"/>
                <a:cs typeface="Times New Roman"/>
              </a:rPr>
              <a:t>ANALYSIS PART OF THEIR PROJECT</a:t>
            </a:r>
          </a:p>
        </p:txBody>
      </p:sp>
      <p:sp>
        <p:nvSpPr>
          <p:cNvPr id="9" name="Google Shape;495;p47">
            <a:extLst>
              <a:ext uri="{FF2B5EF4-FFF2-40B4-BE49-F238E27FC236}">
                <a16:creationId xmlns:a16="http://schemas.microsoft.com/office/drawing/2014/main" id="{0DE21461-1801-C846-426F-3F9E1D3B078C}"/>
              </a:ext>
            </a:extLst>
          </p:cNvPr>
          <p:cNvSpPr txBox="1"/>
          <p:nvPr/>
        </p:nvSpPr>
        <p:spPr>
          <a:xfrm flipH="1">
            <a:off x="3785333" y="2671174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latin typeface="Times New Roman"/>
                <a:cs typeface="Times New Roman"/>
              </a:rPr>
              <a:t>METHODOLIGIES OR ALGORITHMS FOCUSED</a:t>
            </a:r>
            <a:endParaRPr lang="en-US" sz="1200" err="1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cxnSp>
        <p:nvCxnSpPr>
          <p:cNvPr id="10" name="Google Shape;496;p47">
            <a:extLst>
              <a:ext uri="{FF2B5EF4-FFF2-40B4-BE49-F238E27FC236}">
                <a16:creationId xmlns:a16="http://schemas.microsoft.com/office/drawing/2014/main" id="{8DB1C6E3-A8B1-97C7-6FCE-8266E0FE4AC3}"/>
              </a:ext>
            </a:extLst>
          </p:cNvPr>
          <p:cNvCxnSpPr>
            <a:cxnSpLocks/>
          </p:cNvCxnSpPr>
          <p:nvPr/>
        </p:nvCxnSpPr>
        <p:spPr>
          <a:xfrm>
            <a:off x="3037196" y="1879374"/>
            <a:ext cx="7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1" name="Google Shape;497;p47">
            <a:extLst>
              <a:ext uri="{FF2B5EF4-FFF2-40B4-BE49-F238E27FC236}">
                <a16:creationId xmlns:a16="http://schemas.microsoft.com/office/drawing/2014/main" id="{110BE94B-3A67-7269-C1EA-8F3492EFF8CE}"/>
              </a:ext>
            </a:extLst>
          </p:cNvPr>
          <p:cNvCxnSpPr>
            <a:cxnSpLocks/>
          </p:cNvCxnSpPr>
          <p:nvPr/>
        </p:nvCxnSpPr>
        <p:spPr>
          <a:xfrm>
            <a:off x="5859233" y="1879374"/>
            <a:ext cx="7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2" name="Google Shape;498;p47">
            <a:extLst>
              <a:ext uri="{FF2B5EF4-FFF2-40B4-BE49-F238E27FC236}">
                <a16:creationId xmlns:a16="http://schemas.microsoft.com/office/drawing/2014/main" id="{05B67E03-A8F9-CAC7-236B-343E48337FB8}"/>
              </a:ext>
            </a:extLst>
          </p:cNvPr>
          <p:cNvCxnSpPr>
            <a:cxnSpLocks/>
          </p:cNvCxnSpPr>
          <p:nvPr/>
        </p:nvCxnSpPr>
        <p:spPr>
          <a:xfrm rot="5400000">
            <a:off x="4637445" y="-335826"/>
            <a:ext cx="369600" cy="5644200"/>
          </a:xfrm>
          <a:prstGeom prst="bentConnector3">
            <a:avLst>
              <a:gd name="adj1" fmla="val 5001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3" name="Google Shape;499;p47">
            <a:extLst>
              <a:ext uri="{FF2B5EF4-FFF2-40B4-BE49-F238E27FC236}">
                <a16:creationId xmlns:a16="http://schemas.microsoft.com/office/drawing/2014/main" id="{65DA523E-C32E-CF5F-12B8-C5694D5FB77A}"/>
              </a:ext>
            </a:extLst>
          </p:cNvPr>
          <p:cNvCxnSpPr>
            <a:cxnSpLocks/>
          </p:cNvCxnSpPr>
          <p:nvPr/>
        </p:nvCxnSpPr>
        <p:spPr>
          <a:xfrm>
            <a:off x="5859233" y="3093273"/>
            <a:ext cx="7482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" name="Google Shape;500;p47">
            <a:extLst>
              <a:ext uri="{FF2B5EF4-FFF2-40B4-BE49-F238E27FC236}">
                <a16:creationId xmlns:a16="http://schemas.microsoft.com/office/drawing/2014/main" id="{4D499282-DE59-DC32-97A7-1620DA5B12DF}"/>
              </a:ext>
            </a:extLst>
          </p:cNvPr>
          <p:cNvCxnSpPr>
            <a:cxnSpLocks/>
          </p:cNvCxnSpPr>
          <p:nvPr/>
        </p:nvCxnSpPr>
        <p:spPr>
          <a:xfrm>
            <a:off x="3037170" y="3093267"/>
            <a:ext cx="748200" cy="6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5" name="Google Shape;313;p34">
            <a:extLst>
              <a:ext uri="{FF2B5EF4-FFF2-40B4-BE49-F238E27FC236}">
                <a16:creationId xmlns:a16="http://schemas.microsoft.com/office/drawing/2014/main" id="{3C654057-8A92-5656-A029-86FAE31F1F15}"/>
              </a:ext>
            </a:extLst>
          </p:cNvPr>
          <p:cNvSpPr txBox="1">
            <a:spLocks/>
          </p:cNvSpPr>
          <p:nvPr/>
        </p:nvSpPr>
        <p:spPr>
          <a:xfrm>
            <a:off x="1455318" y="598626"/>
            <a:ext cx="685312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>
                <a:solidFill>
                  <a:srgbClr val="0B66BC"/>
                </a:solidFill>
                <a:latin typeface="Times New Roman"/>
              </a:rPr>
              <a:t>MODULE LIST</a:t>
            </a:r>
            <a:endParaRPr lang="en-US"/>
          </a:p>
        </p:txBody>
      </p:sp>
      <p:sp>
        <p:nvSpPr>
          <p:cNvPr id="17" name="Google Shape;491;p47">
            <a:extLst>
              <a:ext uri="{FF2B5EF4-FFF2-40B4-BE49-F238E27FC236}">
                <a16:creationId xmlns:a16="http://schemas.microsoft.com/office/drawing/2014/main" id="{D4B0668C-8F99-9D37-3CB5-6D22325D7AFB}"/>
              </a:ext>
            </a:extLst>
          </p:cNvPr>
          <p:cNvSpPr txBox="1"/>
          <p:nvPr/>
        </p:nvSpPr>
        <p:spPr>
          <a:xfrm flipH="1">
            <a:off x="963269" y="3868967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 dirty="0">
                <a:solidFill>
                  <a:schemeClr val="dk1"/>
                </a:solidFill>
                <a:latin typeface="Times New Roman"/>
                <a:cs typeface="Times New Roman"/>
              </a:rPr>
              <a:t>EXPECTED OUTCOME</a:t>
            </a:r>
          </a:p>
        </p:txBody>
      </p:sp>
      <p:sp>
        <p:nvSpPr>
          <p:cNvPr id="18" name="Google Shape;492;p47">
            <a:extLst>
              <a:ext uri="{FF2B5EF4-FFF2-40B4-BE49-F238E27FC236}">
                <a16:creationId xmlns:a16="http://schemas.microsoft.com/office/drawing/2014/main" id="{B180696D-30B1-BC5C-35F1-F08E068C47BD}"/>
              </a:ext>
            </a:extLst>
          </p:cNvPr>
          <p:cNvSpPr txBox="1"/>
          <p:nvPr/>
        </p:nvSpPr>
        <p:spPr>
          <a:xfrm flipH="1">
            <a:off x="6607395" y="3868974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latin typeface="Times New Roman"/>
                <a:cs typeface="Times New Roman"/>
              </a:rPr>
              <a:t>CONCLUSION AND FUTURE WORK</a:t>
            </a:r>
          </a:p>
        </p:txBody>
      </p:sp>
      <p:sp>
        <p:nvSpPr>
          <p:cNvPr id="19" name="Google Shape;495;p47">
            <a:extLst>
              <a:ext uri="{FF2B5EF4-FFF2-40B4-BE49-F238E27FC236}">
                <a16:creationId xmlns:a16="http://schemas.microsoft.com/office/drawing/2014/main" id="{ECDBFC7D-50F1-9A82-D4DB-5BA2B5F02C97}"/>
              </a:ext>
            </a:extLst>
          </p:cNvPr>
          <p:cNvSpPr txBox="1"/>
          <p:nvPr/>
        </p:nvSpPr>
        <p:spPr>
          <a:xfrm flipH="1">
            <a:off x="3785332" y="3868974"/>
            <a:ext cx="2073900" cy="8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1200">
                <a:solidFill>
                  <a:schemeClr val="dk1"/>
                </a:solidFill>
                <a:latin typeface="Times New Roman"/>
                <a:cs typeface="Times New Roman"/>
              </a:rPr>
              <a:t>SOCIAL RELEVANCE</a:t>
            </a:r>
          </a:p>
        </p:txBody>
      </p:sp>
      <p:cxnSp>
        <p:nvCxnSpPr>
          <p:cNvPr id="20" name="Google Shape;498;p47">
            <a:extLst>
              <a:ext uri="{FF2B5EF4-FFF2-40B4-BE49-F238E27FC236}">
                <a16:creationId xmlns:a16="http://schemas.microsoft.com/office/drawing/2014/main" id="{0C45D945-DA12-62DC-BDEA-D6BCCACF321C}"/>
              </a:ext>
            </a:extLst>
          </p:cNvPr>
          <p:cNvCxnSpPr>
            <a:cxnSpLocks/>
          </p:cNvCxnSpPr>
          <p:nvPr/>
        </p:nvCxnSpPr>
        <p:spPr>
          <a:xfrm rot="5400000">
            <a:off x="4637445" y="861975"/>
            <a:ext cx="369600" cy="5644200"/>
          </a:xfrm>
          <a:prstGeom prst="bentConnector3">
            <a:avLst>
              <a:gd name="adj1" fmla="val 5001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1" name="Google Shape;499;p47">
            <a:extLst>
              <a:ext uri="{FF2B5EF4-FFF2-40B4-BE49-F238E27FC236}">
                <a16:creationId xmlns:a16="http://schemas.microsoft.com/office/drawing/2014/main" id="{81BAE198-1DCA-5599-C699-CFEEB94F50EA}"/>
              </a:ext>
            </a:extLst>
          </p:cNvPr>
          <p:cNvCxnSpPr>
            <a:cxnSpLocks/>
          </p:cNvCxnSpPr>
          <p:nvPr/>
        </p:nvCxnSpPr>
        <p:spPr>
          <a:xfrm>
            <a:off x="5859233" y="4291074"/>
            <a:ext cx="748200" cy="6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2" name="Google Shape;500;p47">
            <a:extLst>
              <a:ext uri="{FF2B5EF4-FFF2-40B4-BE49-F238E27FC236}">
                <a16:creationId xmlns:a16="http://schemas.microsoft.com/office/drawing/2014/main" id="{55A6022C-DB95-8618-FE54-BB2415A3C6E4}"/>
              </a:ext>
            </a:extLst>
          </p:cNvPr>
          <p:cNvCxnSpPr>
            <a:cxnSpLocks/>
          </p:cNvCxnSpPr>
          <p:nvPr/>
        </p:nvCxnSpPr>
        <p:spPr>
          <a:xfrm>
            <a:off x="3037168" y="4291066"/>
            <a:ext cx="748200" cy="6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>
          <a:extLst>
            <a:ext uri="{FF2B5EF4-FFF2-40B4-BE49-F238E27FC236}">
              <a16:creationId xmlns:a16="http://schemas.microsoft.com/office/drawing/2014/main" id="{FEADA780-4BB5-C1ED-B086-0BB0675D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13;p34">
            <a:extLst>
              <a:ext uri="{FF2B5EF4-FFF2-40B4-BE49-F238E27FC236}">
                <a16:creationId xmlns:a16="http://schemas.microsoft.com/office/drawing/2014/main" id="{4B7F0DBA-1D4A-42BF-0EA7-7C87DBDFB83D}"/>
              </a:ext>
            </a:extLst>
          </p:cNvPr>
          <p:cNvSpPr txBox="1">
            <a:spLocks/>
          </p:cNvSpPr>
          <p:nvPr/>
        </p:nvSpPr>
        <p:spPr>
          <a:xfrm>
            <a:off x="1804138" y="531385"/>
            <a:ext cx="61640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">
                <a:solidFill>
                  <a:srgbClr val="0B66BC"/>
                </a:solidFill>
                <a:latin typeface="Times New Roman"/>
              </a:rPr>
              <a:t>ABSTRACT</a:t>
            </a:r>
            <a:endParaRPr lang="en-US"/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F6ECE868-8956-FACC-6243-D536E76DF10E}"/>
              </a:ext>
            </a:extLst>
          </p:cNvPr>
          <p:cNvSpPr txBox="1"/>
          <p:nvPr/>
        </p:nvSpPr>
        <p:spPr>
          <a:xfrm>
            <a:off x="902590" y="1104085"/>
            <a:ext cx="7668830" cy="268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2000" b="1" dirty="0">
                <a:solidFill>
                  <a:schemeClr val="tx2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Problem Statement</a:t>
            </a:r>
            <a:r>
              <a:rPr lang="en" sz="2000" b="1" dirty="0">
                <a:solidFill>
                  <a:schemeClr val="tx2"/>
                </a:solidFill>
                <a:highlight>
                  <a:srgbClr val="008080"/>
                </a:highlight>
                <a:latin typeface="Times New Roman"/>
                <a:ea typeface="Cambria" panose="02040503050406030204" pitchFamily="18" charset="0"/>
                <a:cs typeface="Times New Roman"/>
                <a:sym typeface="Verdana"/>
              </a:rPr>
              <a:t>:210</a:t>
            </a:r>
            <a:endParaRPr lang="en" sz="2000" dirty="0">
              <a:solidFill>
                <a:schemeClr val="tx2"/>
              </a:solidFill>
              <a:highlight>
                <a:srgbClr val="008080"/>
              </a:highlight>
              <a:latin typeface="Times New Roman"/>
              <a:ea typeface="Poppins"/>
              <a:cs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96C979-803C-E452-38E6-AF9152569E6B}"/>
              </a:ext>
            </a:extLst>
          </p:cNvPr>
          <p:cNvSpPr/>
          <p:nvPr/>
        </p:nvSpPr>
        <p:spPr>
          <a:xfrm>
            <a:off x="1066800" y="1594869"/>
            <a:ext cx="7010400" cy="914400"/>
          </a:xfrm>
          <a:prstGeom prst="rect">
            <a:avLst/>
          </a:prstGeom>
          <a:ln w="57150"/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>
                  <a:solidFill>
                    <a:srgbClr val="FFFF00"/>
                  </a:solidFill>
                </a:ln>
                <a:solidFill>
                  <a:schemeClr val="tx1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Traditional road safety education lacks engagement and innovation, resulting in poor awareness and unsafe practices</a:t>
            </a:r>
            <a:endParaRPr lang="en-IN" sz="2000" dirty="0">
              <a:ln>
                <a:solidFill>
                  <a:srgbClr val="FFFF00"/>
                </a:solidFill>
              </a:ln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1B1F8-AB61-6FE3-AD58-A72160BE88FF}"/>
              </a:ext>
            </a:extLst>
          </p:cNvPr>
          <p:cNvSpPr txBox="1"/>
          <p:nvPr/>
        </p:nvSpPr>
        <p:spPr>
          <a:xfrm>
            <a:off x="3869620" y="2634232"/>
            <a:ext cx="173477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" sz="2400" b="1" u="sng" dirty="0">
                <a:solidFill>
                  <a:schemeClr val="tx2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Objective</a:t>
            </a:r>
            <a:r>
              <a:rPr lang="en" sz="2400" b="1" dirty="0">
                <a:solidFill>
                  <a:schemeClr val="tx2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" sz="2400" dirty="0">
                <a:solidFill>
                  <a:schemeClr val="tx2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</a:t>
            </a:r>
            <a:r>
              <a:rPr lang="en" sz="24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endParaRPr lang="en-IN" sz="2400" dirty="0">
              <a:solidFill>
                <a:schemeClr val="tx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4AEFF0-D921-CAEF-D519-15413A668496}"/>
              </a:ext>
            </a:extLst>
          </p:cNvPr>
          <p:cNvSpPr/>
          <p:nvPr/>
        </p:nvSpPr>
        <p:spPr>
          <a:xfrm>
            <a:off x="245327" y="3429068"/>
            <a:ext cx="861060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2">
                    <a:lumMod val="10000"/>
                  </a:schemeClr>
                </a:solidFill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To develop an engaging gamified platform leveraging AR technology and community participation to enhance road safety education.</a:t>
            </a:r>
            <a:endParaRPr lang="en-IN" sz="1800" dirty="0">
              <a:solidFill>
                <a:schemeClr val="tx2">
                  <a:lumMod val="10000"/>
                </a:schemeClr>
              </a:solidFill>
              <a:highlight>
                <a:srgbClr val="FF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0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313;p34">
            <a:extLst>
              <a:ext uri="{FF2B5EF4-FFF2-40B4-BE49-F238E27FC236}">
                <a16:creationId xmlns:a16="http://schemas.microsoft.com/office/drawing/2014/main" id="{DAA94E87-2682-ADF2-CD2D-83357008F4AF}"/>
              </a:ext>
            </a:extLst>
          </p:cNvPr>
          <p:cNvSpPr txBox="1">
            <a:spLocks/>
          </p:cNvSpPr>
          <p:nvPr/>
        </p:nvSpPr>
        <p:spPr>
          <a:xfrm>
            <a:off x="1913396" y="707878"/>
            <a:ext cx="61640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">
                <a:solidFill>
                  <a:srgbClr val="0B66BC"/>
                </a:solidFill>
                <a:latin typeface="Times New Roman"/>
                <a:cs typeface="Times New Roman"/>
              </a:rPr>
              <a:t>IDEA/APPROACH DETAILS</a:t>
            </a:r>
          </a:p>
        </p:txBody>
      </p:sp>
      <p:sp>
        <p:nvSpPr>
          <p:cNvPr id="17" name="Google Shape;315;p34">
            <a:extLst>
              <a:ext uri="{FF2B5EF4-FFF2-40B4-BE49-F238E27FC236}">
                <a16:creationId xmlns:a16="http://schemas.microsoft.com/office/drawing/2014/main" id="{114CF3F7-ED3E-A029-C588-844B9797496B}"/>
              </a:ext>
            </a:extLst>
          </p:cNvPr>
          <p:cNvSpPr txBox="1"/>
          <p:nvPr/>
        </p:nvSpPr>
        <p:spPr>
          <a:xfrm>
            <a:off x="833321" y="1793442"/>
            <a:ext cx="7668830" cy="268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dirty="0" err="1">
                <a:highlight>
                  <a:srgbClr val="008000"/>
                </a:highlight>
              </a:rPr>
              <a:t>Combiens</a:t>
            </a:r>
            <a:r>
              <a:rPr lang="en-US" sz="1200" dirty="0">
                <a:highlight>
                  <a:srgbClr val="008000"/>
                </a:highlight>
              </a:rPr>
              <a:t> </a:t>
            </a:r>
            <a:r>
              <a:rPr lang="en-US" sz="1200" dirty="0" err="1">
                <a:highlight>
                  <a:srgbClr val="008000"/>
                </a:highlight>
              </a:rPr>
              <a:t>gamification,AR</a:t>
            </a:r>
            <a:r>
              <a:rPr lang="en-US" sz="1200" dirty="0">
                <a:highlight>
                  <a:srgbClr val="008000"/>
                </a:highlight>
              </a:rPr>
              <a:t> technology,</a:t>
            </a:r>
          </a:p>
          <a:p>
            <a:r>
              <a:rPr lang="en-US" sz="1200" dirty="0">
                <a:highlight>
                  <a:srgbClr val="008000"/>
                </a:highlight>
              </a:rPr>
              <a:t>and rewards to create</a:t>
            </a:r>
          </a:p>
          <a:p>
            <a:r>
              <a:rPr lang="en-US" sz="1200" dirty="0">
                <a:highlight>
                  <a:srgbClr val="008000"/>
                </a:highlight>
              </a:rPr>
              <a:t>A resolution road </a:t>
            </a:r>
            <a:r>
              <a:rPr lang="en-US" sz="1200" dirty="0" err="1">
                <a:highlight>
                  <a:srgbClr val="008000"/>
                </a:highlight>
              </a:rPr>
              <a:t>safty</a:t>
            </a:r>
            <a:r>
              <a:rPr lang="en-US" sz="1200" dirty="0">
                <a:highlight>
                  <a:srgbClr val="008000"/>
                </a:highlight>
              </a:rPr>
              <a:t> education system</a:t>
            </a:r>
            <a:endParaRPr lang="en-US" sz="1200" dirty="0">
              <a:solidFill>
                <a:schemeClr val="dk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7C07AA-3649-AC14-0214-5DCB9E29906E}"/>
              </a:ext>
            </a:extLst>
          </p:cNvPr>
          <p:cNvSpPr/>
          <p:nvPr/>
        </p:nvSpPr>
        <p:spPr>
          <a:xfrm>
            <a:off x="1066532" y="1220626"/>
            <a:ext cx="1685145" cy="636646"/>
          </a:xfrm>
          <a:prstGeom prst="roundRect">
            <a:avLst>
              <a:gd name="adj" fmla="val 2803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2">
                    <a:lumMod val="10000"/>
                  </a:schemeClr>
                </a:solidFill>
                <a:highlight>
                  <a:srgbClr val="008000"/>
                </a:highlight>
              </a:rPr>
              <a:t>Novelty</a:t>
            </a:r>
            <a:endParaRPr lang="en-IN" sz="2800" dirty="0">
              <a:solidFill>
                <a:schemeClr val="tx2">
                  <a:lumMod val="10000"/>
                </a:schemeClr>
              </a:solidFill>
              <a:highlight>
                <a:srgbClr val="008000"/>
              </a:highlight>
            </a:endParaRPr>
          </a:p>
        </p:txBody>
      </p:sp>
      <p:sp>
        <p:nvSpPr>
          <p:cNvPr id="4" name="Star: 4 Points 3">
            <a:extLst>
              <a:ext uri="{FF2B5EF4-FFF2-40B4-BE49-F238E27FC236}">
                <a16:creationId xmlns:a16="http://schemas.microsoft.com/office/drawing/2014/main" id="{B03E0BC9-1C4B-7C69-35FB-4981E5844F04}"/>
              </a:ext>
            </a:extLst>
          </p:cNvPr>
          <p:cNvSpPr/>
          <p:nvPr/>
        </p:nvSpPr>
        <p:spPr>
          <a:xfrm>
            <a:off x="572398" y="2088607"/>
            <a:ext cx="260923" cy="328336"/>
          </a:xfrm>
          <a:prstGeom prst="star4">
            <a:avLst>
              <a:gd name="adj" fmla="val 22162"/>
            </a:avLst>
          </a:prstGeom>
          <a:solidFill>
            <a:srgbClr val="FFC000"/>
          </a:solidFill>
          <a:ln>
            <a:solidFill>
              <a:srgbClr val="66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D002A3-CF18-7613-DA3A-62E0F3E8DB6E}"/>
              </a:ext>
            </a:extLst>
          </p:cNvPr>
          <p:cNvSpPr/>
          <p:nvPr/>
        </p:nvSpPr>
        <p:spPr>
          <a:xfrm>
            <a:off x="3865227" y="1190650"/>
            <a:ext cx="1904922" cy="636646"/>
          </a:xfrm>
          <a:prstGeom prst="roundRect">
            <a:avLst>
              <a:gd name="adj" fmla="val 2462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2">
                    <a:lumMod val="10000"/>
                  </a:schemeClr>
                </a:solidFill>
                <a:highlight>
                  <a:srgbClr val="008000"/>
                </a:highlight>
              </a:rPr>
              <a:t>Contribution</a:t>
            </a:r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 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8" name="Star: 4 Points 7">
            <a:extLst>
              <a:ext uri="{FF2B5EF4-FFF2-40B4-BE49-F238E27FC236}">
                <a16:creationId xmlns:a16="http://schemas.microsoft.com/office/drawing/2014/main" id="{87E69CA3-9161-01D2-FB3E-1F4339F19E77}"/>
              </a:ext>
            </a:extLst>
          </p:cNvPr>
          <p:cNvSpPr/>
          <p:nvPr/>
        </p:nvSpPr>
        <p:spPr>
          <a:xfrm>
            <a:off x="3734765" y="1944070"/>
            <a:ext cx="260923" cy="328336"/>
          </a:xfrm>
          <a:prstGeom prst="star4">
            <a:avLst>
              <a:gd name="adj" fmla="val 22162"/>
            </a:avLst>
          </a:prstGeom>
          <a:solidFill>
            <a:srgbClr val="FFC000"/>
          </a:solidFill>
          <a:ln>
            <a:solidFill>
              <a:srgbClr val="66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54A06-20D5-9037-17FF-6CF99D2F6B3A}"/>
              </a:ext>
            </a:extLst>
          </p:cNvPr>
          <p:cNvSpPr txBox="1"/>
          <p:nvPr/>
        </p:nvSpPr>
        <p:spPr>
          <a:xfrm>
            <a:off x="4157250" y="1814371"/>
            <a:ext cx="22657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ighlight>
                  <a:srgbClr val="008000"/>
                </a:highlight>
              </a:rPr>
              <a:t>Increase </a:t>
            </a:r>
            <a:r>
              <a:rPr lang="en-US" sz="1200" dirty="0" err="1">
                <a:highlight>
                  <a:srgbClr val="008000"/>
                </a:highlight>
              </a:rPr>
              <a:t>awareness,encourages</a:t>
            </a:r>
            <a:r>
              <a:rPr lang="en-US" sz="1200" dirty="0">
                <a:highlight>
                  <a:srgbClr val="008000"/>
                </a:highlight>
              </a:rPr>
              <a:t> safer habits and provide an engaging</a:t>
            </a:r>
          </a:p>
          <a:p>
            <a:r>
              <a:rPr lang="en-US" sz="1200" dirty="0">
                <a:highlight>
                  <a:srgbClr val="008000"/>
                </a:highlight>
              </a:rPr>
              <a:t>Platform to learn road </a:t>
            </a:r>
            <a:r>
              <a:rPr lang="en-US" sz="1200" dirty="0" err="1">
                <a:highlight>
                  <a:srgbClr val="008000"/>
                </a:highlight>
              </a:rPr>
              <a:t>safty</a:t>
            </a:r>
            <a:r>
              <a:rPr lang="en-US" sz="1200" dirty="0">
                <a:highlight>
                  <a:srgbClr val="008000"/>
                </a:highlight>
              </a:rPr>
              <a:t>.</a:t>
            </a:r>
            <a:endParaRPr lang="en-IN" sz="1200" dirty="0">
              <a:highlight>
                <a:srgbClr val="008000"/>
              </a:highlight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01E5C45-A37B-0E93-14AB-043827E3CC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7823846"/>
              </p:ext>
            </p:extLst>
          </p:nvPr>
        </p:nvGraphicFramePr>
        <p:xfrm>
          <a:off x="368718" y="2589748"/>
          <a:ext cx="3859272" cy="2316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2F32BC8-13DF-CE39-E05E-9E612E781F92}"/>
              </a:ext>
            </a:extLst>
          </p:cNvPr>
          <p:cNvSpPr txBox="1"/>
          <p:nvPr/>
        </p:nvSpPr>
        <p:spPr>
          <a:xfrm>
            <a:off x="6143545" y="2272406"/>
            <a:ext cx="282320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Execution Difficulties: 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CC2F0559-7185-E52A-3D5F-C1CAAB2DE7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4462480"/>
              </p:ext>
            </p:extLst>
          </p:nvPr>
        </p:nvGraphicFramePr>
        <p:xfrm>
          <a:off x="4937865" y="2839079"/>
          <a:ext cx="3825209" cy="2247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13;p34">
            <a:extLst>
              <a:ext uri="{FF2B5EF4-FFF2-40B4-BE49-F238E27FC236}">
                <a16:creationId xmlns:a16="http://schemas.microsoft.com/office/drawing/2014/main" id="{AA8F61E2-97DA-CAC9-5010-C44D97DB9ECD}"/>
              </a:ext>
            </a:extLst>
          </p:cNvPr>
          <p:cNvSpPr txBox="1">
            <a:spLocks/>
          </p:cNvSpPr>
          <p:nvPr/>
        </p:nvSpPr>
        <p:spPr>
          <a:xfrm>
            <a:off x="1493175" y="338084"/>
            <a:ext cx="61640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">
                <a:solidFill>
                  <a:srgbClr val="0B66BC"/>
                </a:solidFill>
                <a:latin typeface="Times New Roman"/>
                <a:cs typeface="Times New Roman"/>
              </a:rPr>
              <a:t>FLOW CHAT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6271C5-D715-52D7-A0FE-9271B2DA7268}"/>
              </a:ext>
            </a:extLst>
          </p:cNvPr>
          <p:cNvSpPr/>
          <p:nvPr/>
        </p:nvSpPr>
        <p:spPr>
          <a:xfrm>
            <a:off x="2791326" y="990027"/>
            <a:ext cx="3636975" cy="350635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FRONTEND LAYER(UNITY)</a:t>
            </a: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655040-309A-2BF3-9671-DB44A9F43D87}"/>
              </a:ext>
            </a:extLst>
          </p:cNvPr>
          <p:cNvCxnSpPr>
            <a:stCxn id="3" idx="2"/>
          </p:cNvCxnSpPr>
          <p:nvPr/>
        </p:nvCxnSpPr>
        <p:spPr>
          <a:xfrm>
            <a:off x="4609814" y="1340662"/>
            <a:ext cx="10312" cy="330009"/>
          </a:xfrm>
          <a:prstGeom prst="straightConnector1">
            <a:avLst/>
          </a:prstGeom>
          <a:ln>
            <a:solidFill>
              <a:schemeClr val="accent3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EE56AF2-1A00-235E-E4B2-E4183255503B}"/>
              </a:ext>
            </a:extLst>
          </p:cNvPr>
          <p:cNvCxnSpPr/>
          <p:nvPr/>
        </p:nvCxnSpPr>
        <p:spPr>
          <a:xfrm flipV="1">
            <a:off x="4620126" y="1464415"/>
            <a:ext cx="2165685" cy="206256"/>
          </a:xfrm>
          <a:prstGeom prst="bentConnector3">
            <a:avLst/>
          </a:prstGeom>
          <a:ln>
            <a:solidFill>
              <a:schemeClr val="accent3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B3D222E-CD70-D969-1996-655B89333025}"/>
              </a:ext>
            </a:extLst>
          </p:cNvPr>
          <p:cNvSpPr/>
          <p:nvPr/>
        </p:nvSpPr>
        <p:spPr>
          <a:xfrm>
            <a:off x="5685780" y="1464415"/>
            <a:ext cx="45719" cy="457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1939C4-9D3A-5F7E-C5F0-8D98141DCE2E}"/>
              </a:ext>
            </a:extLst>
          </p:cNvPr>
          <p:cNvSpPr/>
          <p:nvPr/>
        </p:nvSpPr>
        <p:spPr>
          <a:xfrm>
            <a:off x="6785811" y="1334728"/>
            <a:ext cx="1780675" cy="49398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Leader boards(points)</a:t>
            </a:r>
            <a:endParaRPr lang="en-IN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0F5DBA2-2845-4BB5-42BE-B639174DC4AF}"/>
              </a:ext>
            </a:extLst>
          </p:cNvPr>
          <p:cNvCxnSpPr/>
          <p:nvPr/>
        </p:nvCxnSpPr>
        <p:spPr>
          <a:xfrm rot="10800000">
            <a:off x="1993806" y="1505667"/>
            <a:ext cx="2626321" cy="165005"/>
          </a:xfrm>
          <a:prstGeom prst="bentConnector3">
            <a:avLst/>
          </a:prstGeom>
          <a:ln>
            <a:solidFill>
              <a:schemeClr val="accent3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C277E8D-BEEB-DA6C-0940-F0264AA7A676}"/>
              </a:ext>
            </a:extLst>
          </p:cNvPr>
          <p:cNvSpPr/>
          <p:nvPr/>
        </p:nvSpPr>
        <p:spPr>
          <a:xfrm>
            <a:off x="3284106" y="1510133"/>
            <a:ext cx="45719" cy="4571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3">
                  <a:lumMod val="1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0565C5-7CCF-8D1E-FEF9-27E83C6C69C0}"/>
              </a:ext>
            </a:extLst>
          </p:cNvPr>
          <p:cNvSpPr/>
          <p:nvPr/>
        </p:nvSpPr>
        <p:spPr>
          <a:xfrm>
            <a:off x="713817" y="1437944"/>
            <a:ext cx="1279988" cy="49398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Quiz engine(UI)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B80226-D22A-E157-696D-646C9EC9FB84}"/>
              </a:ext>
            </a:extLst>
          </p:cNvPr>
          <p:cNvSpPr/>
          <p:nvPr/>
        </p:nvSpPr>
        <p:spPr>
          <a:xfrm>
            <a:off x="3686151" y="1684934"/>
            <a:ext cx="1999629" cy="53936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AR-simulation Access(IL)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91D4F9-E2D5-E194-DC80-72A5FC82CD2E}"/>
              </a:ext>
            </a:extLst>
          </p:cNvPr>
          <p:cNvCxnSpPr>
            <a:stCxn id="19" idx="2"/>
          </p:cNvCxnSpPr>
          <p:nvPr/>
        </p:nvCxnSpPr>
        <p:spPr>
          <a:xfrm flipH="1">
            <a:off x="4682003" y="2224301"/>
            <a:ext cx="3963" cy="347449"/>
          </a:xfrm>
          <a:prstGeom prst="straightConnector1">
            <a:avLst/>
          </a:prstGeom>
          <a:ln>
            <a:solidFill>
              <a:schemeClr val="accent3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B9F677B-B0DC-D78D-A0DB-EC9CE089ED70}"/>
              </a:ext>
            </a:extLst>
          </p:cNvPr>
          <p:cNvSpPr/>
          <p:nvPr/>
        </p:nvSpPr>
        <p:spPr>
          <a:xfrm>
            <a:off x="3231337" y="2571751"/>
            <a:ext cx="3554473" cy="347450"/>
          </a:xfrm>
          <a:prstGeom prst="rect">
            <a:avLst/>
          </a:prstGeom>
          <a:solidFill>
            <a:schemeClr val="accent3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 LAYER</a:t>
            </a:r>
            <a:endParaRPr lang="en-IN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21302E3-C279-905B-CB05-415990FBF32D}"/>
              </a:ext>
            </a:extLst>
          </p:cNvPr>
          <p:cNvCxnSpPr/>
          <p:nvPr/>
        </p:nvCxnSpPr>
        <p:spPr>
          <a:xfrm>
            <a:off x="4848447" y="2919201"/>
            <a:ext cx="0" cy="199683"/>
          </a:xfrm>
          <a:prstGeom prst="straightConnector1">
            <a:avLst/>
          </a:prstGeom>
          <a:ln>
            <a:solidFill>
              <a:schemeClr val="accent3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01DBA294-AA9D-752E-B169-6BD0B2453E4C}"/>
              </a:ext>
            </a:extLst>
          </p:cNvPr>
          <p:cNvCxnSpPr/>
          <p:nvPr/>
        </p:nvCxnSpPr>
        <p:spPr>
          <a:xfrm flipV="1">
            <a:off x="4848447" y="3055088"/>
            <a:ext cx="2530548" cy="63796"/>
          </a:xfrm>
          <a:prstGeom prst="bentConnector3">
            <a:avLst/>
          </a:prstGeom>
          <a:ln>
            <a:solidFill>
              <a:schemeClr val="accent3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D586C10-126D-6E76-B7BE-8C681116B71A}"/>
              </a:ext>
            </a:extLst>
          </p:cNvPr>
          <p:cNvCxnSpPr/>
          <p:nvPr/>
        </p:nvCxnSpPr>
        <p:spPr>
          <a:xfrm rot="10800000">
            <a:off x="2229795" y="2998382"/>
            <a:ext cx="2618653" cy="120503"/>
          </a:xfrm>
          <a:prstGeom prst="bentConnector3">
            <a:avLst/>
          </a:prstGeom>
          <a:ln>
            <a:solidFill>
              <a:schemeClr val="accent3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20FB83E-916A-CC2B-3E62-3BA1E2167580}"/>
              </a:ext>
            </a:extLst>
          </p:cNvPr>
          <p:cNvSpPr/>
          <p:nvPr/>
        </p:nvSpPr>
        <p:spPr>
          <a:xfrm>
            <a:off x="713817" y="2561105"/>
            <a:ext cx="1361419" cy="48804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Authentication</a:t>
            </a:r>
          </a:p>
          <a:p>
            <a:pPr algn="ctr"/>
            <a:r>
              <a:rPr lang="en-US" dirty="0"/>
              <a:t>(firebase)</a:t>
            </a:r>
            <a:endParaRPr lang="en-IN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28B2A3A-1A5D-A7B7-4220-3C052AC0814B}"/>
              </a:ext>
            </a:extLst>
          </p:cNvPr>
          <p:cNvCxnSpPr>
            <a:cxnSpLocks/>
          </p:cNvCxnSpPr>
          <p:nvPr/>
        </p:nvCxnSpPr>
        <p:spPr>
          <a:xfrm flipV="1">
            <a:off x="2075236" y="2990983"/>
            <a:ext cx="1362358" cy="7399"/>
          </a:xfrm>
          <a:prstGeom prst="line">
            <a:avLst/>
          </a:prstGeom>
          <a:ln>
            <a:solidFill>
              <a:schemeClr val="accent3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CFCC22D-D9F0-F319-A805-C410D12CB638}"/>
              </a:ext>
            </a:extLst>
          </p:cNvPr>
          <p:cNvSpPr/>
          <p:nvPr/>
        </p:nvSpPr>
        <p:spPr>
          <a:xfrm>
            <a:off x="7378995" y="2919202"/>
            <a:ext cx="1462492" cy="53002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 function</a:t>
            </a:r>
          </a:p>
          <a:p>
            <a:pPr algn="ctr"/>
            <a:r>
              <a:rPr lang="en-US" dirty="0"/>
              <a:t>(server-side)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7B12AE1-D2E4-2383-7830-A2CB0F95D920}"/>
              </a:ext>
            </a:extLst>
          </p:cNvPr>
          <p:cNvSpPr/>
          <p:nvPr/>
        </p:nvSpPr>
        <p:spPr>
          <a:xfrm>
            <a:off x="4172616" y="3130693"/>
            <a:ext cx="1671913" cy="47802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AR-module </a:t>
            </a:r>
          </a:p>
          <a:p>
            <a:pPr algn="ctr"/>
            <a:r>
              <a:rPr lang="en-US" dirty="0"/>
              <a:t>(unity foundation )</a:t>
            </a:r>
            <a:endParaRPr lang="en-IN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FA69A6-4628-84D0-95AA-ABBAFF7A9D6A}"/>
              </a:ext>
            </a:extLst>
          </p:cNvPr>
          <p:cNvSpPr/>
          <p:nvPr/>
        </p:nvSpPr>
        <p:spPr>
          <a:xfrm>
            <a:off x="4405233" y="3712098"/>
            <a:ext cx="1255924" cy="350634"/>
          </a:xfrm>
          <a:prstGeom prst="roundRect">
            <a:avLst/>
          </a:prstGeom>
          <a:solidFill>
            <a:srgbClr val="FBBD6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*REWARD*</a:t>
            </a:r>
            <a:endParaRPr lang="en-IN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3737D02-8139-3E6A-A4E2-978B237FA15A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5008573" y="3608718"/>
            <a:ext cx="24622" cy="103380"/>
          </a:xfrm>
          <a:prstGeom prst="straightConnector1">
            <a:avLst/>
          </a:prstGeom>
          <a:ln>
            <a:solidFill>
              <a:schemeClr val="accent3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9B66946-7DB9-3439-24E1-28843F22D7D9}"/>
              </a:ext>
            </a:extLst>
          </p:cNvPr>
          <p:cNvCxnSpPr>
            <a:cxnSpLocks/>
            <a:stCxn id="37" idx="2"/>
          </p:cNvCxnSpPr>
          <p:nvPr/>
        </p:nvCxnSpPr>
        <p:spPr>
          <a:xfrm rot="16200000" flipH="1">
            <a:off x="5214886" y="3881040"/>
            <a:ext cx="289203" cy="652585"/>
          </a:xfrm>
          <a:prstGeom prst="bentConnector2">
            <a:avLst/>
          </a:prstGeom>
          <a:ln>
            <a:solidFill>
              <a:schemeClr val="accent3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01FEA9F-060D-F98C-9432-CAE81BCB3009}"/>
              </a:ext>
            </a:extLst>
          </p:cNvPr>
          <p:cNvSpPr/>
          <p:nvPr/>
        </p:nvSpPr>
        <p:spPr>
          <a:xfrm>
            <a:off x="5725913" y="4022015"/>
            <a:ext cx="1175657" cy="659838"/>
          </a:xfrm>
          <a:prstGeom prst="rect">
            <a:avLst/>
          </a:prstGeom>
          <a:solidFill>
            <a:srgbClr val="0B7C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Analytic Layer</a:t>
            </a:r>
          </a:p>
          <a:p>
            <a:pPr algn="ctr"/>
            <a:r>
              <a:rPr lang="en-US" dirty="0"/>
              <a:t>(behavior)</a:t>
            </a:r>
            <a:endParaRPr lang="en-IN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2F8F5A6-F7B3-E36B-F8D2-4FE0B3C5FFAC}"/>
              </a:ext>
            </a:extLst>
          </p:cNvPr>
          <p:cNvCxnSpPr>
            <a:stCxn id="47" idx="3"/>
          </p:cNvCxnSpPr>
          <p:nvPr/>
        </p:nvCxnSpPr>
        <p:spPr>
          <a:xfrm>
            <a:off x="6901570" y="4351934"/>
            <a:ext cx="477425" cy="0"/>
          </a:xfrm>
          <a:prstGeom prst="straightConnector1">
            <a:avLst/>
          </a:prstGeom>
          <a:ln>
            <a:solidFill>
              <a:schemeClr val="accent3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53DFC3B-9BFA-D904-0495-D308AE105856}"/>
              </a:ext>
            </a:extLst>
          </p:cNvPr>
          <p:cNvSpPr/>
          <p:nvPr/>
        </p:nvSpPr>
        <p:spPr>
          <a:xfrm>
            <a:off x="7378995" y="3911984"/>
            <a:ext cx="1558749" cy="763624"/>
          </a:xfrm>
          <a:prstGeom prst="rect">
            <a:avLst/>
          </a:prstGeom>
          <a:solidFill>
            <a:srgbClr val="0B7CD4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Deployment (</a:t>
            </a:r>
            <a:r>
              <a:rPr lang="en-US" dirty="0" err="1"/>
              <a:t>googleplaystore,Microsoft</a:t>
            </a:r>
            <a:r>
              <a:rPr lang="en-US" dirty="0"/>
              <a:t>)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13;p34">
            <a:extLst>
              <a:ext uri="{FF2B5EF4-FFF2-40B4-BE49-F238E27FC236}">
                <a16:creationId xmlns:a16="http://schemas.microsoft.com/office/drawing/2014/main" id="{FAC89F0C-E6E0-17A8-F31B-06E61BBDA3EE}"/>
              </a:ext>
            </a:extLst>
          </p:cNvPr>
          <p:cNvSpPr txBox="1">
            <a:spLocks/>
          </p:cNvSpPr>
          <p:nvPr/>
        </p:nvSpPr>
        <p:spPr>
          <a:xfrm>
            <a:off x="1476366" y="287658"/>
            <a:ext cx="6164072" cy="11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" dirty="0">
                <a:solidFill>
                  <a:srgbClr val="0B66BC"/>
                </a:solidFill>
                <a:latin typeface="Times New Roman"/>
                <a:cs typeface="Times New Roman"/>
              </a:rPr>
              <a:t>METHODOLIGIES OR ALGORITHMS FOCUSED</a:t>
            </a:r>
          </a:p>
        </p:txBody>
      </p:sp>
      <p:sp>
        <p:nvSpPr>
          <p:cNvPr id="29" name="Google Shape;315;p34">
            <a:extLst>
              <a:ext uri="{FF2B5EF4-FFF2-40B4-BE49-F238E27FC236}">
                <a16:creationId xmlns:a16="http://schemas.microsoft.com/office/drawing/2014/main" id="{AA227CC1-959F-F368-6A1B-46793D4FC743}"/>
              </a:ext>
            </a:extLst>
          </p:cNvPr>
          <p:cNvSpPr txBox="1"/>
          <p:nvPr/>
        </p:nvSpPr>
        <p:spPr>
          <a:xfrm>
            <a:off x="686383" y="1591092"/>
            <a:ext cx="7702447" cy="3274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dirty="0">
              <a:solidFill>
                <a:schemeClr val="dk1"/>
              </a:solidFill>
              <a:latin typeface="Times New Roman"/>
              <a:ea typeface="Poppins"/>
              <a:cs typeface="Times New Roman"/>
            </a:endParaRPr>
          </a:p>
        </p:txBody>
      </p:sp>
      <p:pic>
        <p:nvPicPr>
          <p:cNvPr id="31" name="Google Shape;347;p37" descr="A black background with blue dots&#10;&#10;AI-generated content may be incorrect.">
            <a:extLst>
              <a:ext uri="{FF2B5EF4-FFF2-40B4-BE49-F238E27FC236}">
                <a16:creationId xmlns:a16="http://schemas.microsoft.com/office/drawing/2014/main" id="{4A836BE2-B004-FB95-C07C-BAFA2A6642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48308" t="-9615" r="12694" b="13462"/>
          <a:stretch/>
        </p:blipFill>
        <p:spPr>
          <a:xfrm rot="10800000">
            <a:off x="1571" y="3884644"/>
            <a:ext cx="669490" cy="12608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88D3E31-002A-2460-E755-9C286777C6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7757707"/>
              </p:ext>
            </p:extLst>
          </p:nvPr>
        </p:nvGraphicFramePr>
        <p:xfrm>
          <a:off x="671061" y="1340662"/>
          <a:ext cx="5997871" cy="35247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047E1D1-6680-BB34-E8DE-4877CACDDD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2474803"/>
              </p:ext>
            </p:extLst>
          </p:nvPr>
        </p:nvGraphicFramePr>
        <p:xfrm>
          <a:off x="5232018" y="962526"/>
          <a:ext cx="2387982" cy="36412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AA5CF23-CCF4-343E-6CF4-595A3859EE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9085614"/>
              </p:ext>
            </p:extLst>
          </p:nvPr>
        </p:nvGraphicFramePr>
        <p:xfrm>
          <a:off x="6888938" y="1237534"/>
          <a:ext cx="2103808" cy="3366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13;p34">
            <a:extLst>
              <a:ext uri="{FF2B5EF4-FFF2-40B4-BE49-F238E27FC236}">
                <a16:creationId xmlns:a16="http://schemas.microsoft.com/office/drawing/2014/main" id="{E4BC47C9-FE18-657A-4DE2-88C34C363F1D}"/>
              </a:ext>
            </a:extLst>
          </p:cNvPr>
          <p:cNvSpPr txBox="1">
            <a:spLocks/>
          </p:cNvSpPr>
          <p:nvPr/>
        </p:nvSpPr>
        <p:spPr>
          <a:xfrm>
            <a:off x="1820946" y="430532"/>
            <a:ext cx="61640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" dirty="0">
                <a:solidFill>
                  <a:srgbClr val="0B66BC"/>
                </a:solidFill>
                <a:latin typeface="Times New Roman"/>
                <a:cs typeface="Times New Roman"/>
              </a:rPr>
              <a:t>ANALYSIS OF THE PROJECT</a:t>
            </a: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FBF8BCAB-6431-0D60-CFD0-C13F1A7F2DFD}"/>
              </a:ext>
            </a:extLst>
          </p:cNvPr>
          <p:cNvSpPr txBox="1"/>
          <p:nvPr/>
        </p:nvSpPr>
        <p:spPr>
          <a:xfrm>
            <a:off x="-918235" y="1728546"/>
            <a:ext cx="7668830" cy="3333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dirty="0">
                <a:solidFill>
                  <a:schemeClr val="dk1"/>
                </a:solidFill>
                <a:latin typeface="Times New Roman"/>
                <a:ea typeface="Poppins"/>
                <a:cs typeface="Times New Roman"/>
              </a:rPr>
              <a:t> </a:t>
            </a:r>
            <a:endParaRPr lang="en" dirty="0">
              <a:solidFill>
                <a:schemeClr val="dk1"/>
              </a:solidFill>
              <a:latin typeface="Times New Roman"/>
              <a:ea typeface="Poppins"/>
              <a:cs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D26BC4-3B01-28E6-419E-B6A7384EACDC}"/>
              </a:ext>
            </a:extLst>
          </p:cNvPr>
          <p:cNvSpPr txBox="1"/>
          <p:nvPr/>
        </p:nvSpPr>
        <p:spPr>
          <a:xfrm>
            <a:off x="173653" y="1375038"/>
            <a:ext cx="34151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  <a:highlight>
                  <a:srgbClr val="000080"/>
                </a:highlight>
              </a:rPr>
              <a:t>BEFORE AWARE:</a:t>
            </a:r>
          </a:p>
          <a:p>
            <a:r>
              <a:rPr lang="en-IN" dirty="0"/>
              <a:t> </a:t>
            </a:r>
            <a:r>
              <a:rPr lang="en-IN" sz="1400" dirty="0">
                <a:solidFill>
                  <a:schemeClr val="bg1"/>
                </a:solidFill>
                <a:highlight>
                  <a:srgbClr val="000000"/>
                </a:highlight>
              </a:rPr>
              <a:t>The people </a:t>
            </a:r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</a:rPr>
              <a:t>didn’t know about the how  the accident occur .</a:t>
            </a:r>
          </a:p>
          <a:p>
            <a:r>
              <a:rPr lang="en-US" sz="1400" dirty="0">
                <a:solidFill>
                  <a:schemeClr val="bg1"/>
                </a:solidFill>
                <a:highlight>
                  <a:srgbClr val="000000"/>
                </a:highlight>
              </a:rPr>
              <a:t>What we do mistake to occur a accident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07954-5766-FBFC-E52D-55E309A6AE6C}"/>
              </a:ext>
            </a:extLst>
          </p:cNvPr>
          <p:cNvSpPr txBox="1"/>
          <p:nvPr/>
        </p:nvSpPr>
        <p:spPr>
          <a:xfrm>
            <a:off x="4025331" y="1079723"/>
            <a:ext cx="395968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  <a:highlight>
                  <a:srgbClr val="000080"/>
                </a:highlight>
              </a:rPr>
              <a:t>AFTER AWARE: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</a:rPr>
              <a:t>But our 3D model we will</a:t>
            </a:r>
          </a:p>
          <a:p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</a:rPr>
              <a:t>gave a complete aware. </a:t>
            </a:r>
            <a:endParaRPr lang="en-IN" sz="1600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</a:rPr>
              <a:t>The can make to do our state </a:t>
            </a:r>
          </a:p>
          <a:p>
            <a:r>
              <a:rPr lang="en-US" sz="1600" dirty="0">
                <a:solidFill>
                  <a:schemeClr val="bg1"/>
                </a:solidFill>
                <a:highlight>
                  <a:srgbClr val="000000"/>
                </a:highlight>
              </a:rPr>
              <a:t>accident free.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0D978D-3242-59BA-009B-C5F622D2D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43" y="2571750"/>
            <a:ext cx="3852338" cy="2166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6A27B0-142A-9457-4352-35D8936C9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122" y="2358188"/>
            <a:ext cx="3783416" cy="23805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acher pointing at laptop screen to young students">
            <a:extLst>
              <a:ext uri="{FF2B5EF4-FFF2-40B4-BE49-F238E27FC236}">
                <a16:creationId xmlns:a16="http://schemas.microsoft.com/office/drawing/2014/main" id="{0D32FFD5-1472-DA6C-FAE7-207F88E4D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304" y="1938803"/>
            <a:ext cx="2550695" cy="1906492"/>
          </a:xfrm>
          <a:prstGeom prst="rect">
            <a:avLst/>
          </a:prstGeom>
        </p:spPr>
      </p:pic>
      <p:sp>
        <p:nvSpPr>
          <p:cNvPr id="6" name="Google Shape;313;p34">
            <a:extLst>
              <a:ext uri="{FF2B5EF4-FFF2-40B4-BE49-F238E27FC236}">
                <a16:creationId xmlns:a16="http://schemas.microsoft.com/office/drawing/2014/main" id="{602C5CD9-1C17-52A2-1BBB-229D73A3B91E}"/>
              </a:ext>
            </a:extLst>
          </p:cNvPr>
          <p:cNvSpPr txBox="1">
            <a:spLocks/>
          </p:cNvSpPr>
          <p:nvPr/>
        </p:nvSpPr>
        <p:spPr>
          <a:xfrm>
            <a:off x="1787330" y="338084"/>
            <a:ext cx="6164072" cy="78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endParaRPr lang="en" dirty="0">
              <a:solidFill>
                <a:srgbClr val="0B66BC"/>
              </a:solidFill>
              <a:latin typeface="Times New Roman"/>
              <a:cs typeface="Times New Roman"/>
            </a:endParaRPr>
          </a:p>
          <a:p>
            <a:pPr algn="ctr"/>
            <a:r>
              <a:rPr lang="en" dirty="0">
                <a:solidFill>
                  <a:srgbClr val="0B66BC"/>
                </a:solidFill>
                <a:latin typeface="Times New Roman"/>
                <a:cs typeface="Times New Roman"/>
              </a:rPr>
              <a:t>EXPECTED OUTCOME</a:t>
            </a:r>
            <a:endParaRPr lang="en" dirty="0"/>
          </a:p>
          <a:p>
            <a:pPr algn="ctr"/>
            <a:endParaRPr lang="en" dirty="0">
              <a:solidFill>
                <a:srgbClr val="202A41"/>
              </a:solidFill>
              <a:latin typeface="Times New Roman"/>
              <a:cs typeface="Times New Roman"/>
            </a:endParaRPr>
          </a:p>
        </p:txBody>
      </p:sp>
      <p:sp>
        <p:nvSpPr>
          <p:cNvPr id="7" name="Google Shape;315;p34">
            <a:extLst>
              <a:ext uri="{FF2B5EF4-FFF2-40B4-BE49-F238E27FC236}">
                <a16:creationId xmlns:a16="http://schemas.microsoft.com/office/drawing/2014/main" id="{E87608C0-CBB5-02A5-A732-80E5E46F3AA4}"/>
              </a:ext>
            </a:extLst>
          </p:cNvPr>
          <p:cNvSpPr txBox="1"/>
          <p:nvPr/>
        </p:nvSpPr>
        <p:spPr>
          <a:xfrm>
            <a:off x="1325117" y="1372577"/>
            <a:ext cx="7080522" cy="323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dirty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F638E7-4E88-8A80-2F01-A2AEC427138C}"/>
              </a:ext>
            </a:extLst>
          </p:cNvPr>
          <p:cNvSpPr txBox="1"/>
          <p:nvPr/>
        </p:nvSpPr>
        <p:spPr>
          <a:xfrm>
            <a:off x="2444807" y="1520622"/>
            <a:ext cx="4410182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FF00"/>
                </a:solidFill>
              </a:rPr>
              <a:t>.</a:t>
            </a:r>
            <a:r>
              <a:rPr lang="en-IN" dirty="0">
                <a:solidFill>
                  <a:srgbClr val="FFFF00"/>
                </a:solidFill>
              </a:rPr>
              <a:t> </a:t>
            </a:r>
            <a:r>
              <a:rPr lang="en-IN" dirty="0">
                <a:solidFill>
                  <a:schemeClr val="accent3">
                    <a:lumMod val="10000"/>
                  </a:schemeClr>
                </a:solidFill>
              </a:rPr>
              <a:t>Our main reason for making a model to aware</a:t>
            </a:r>
          </a:p>
          <a:p>
            <a:r>
              <a:rPr lang="en-IN" dirty="0">
                <a:solidFill>
                  <a:schemeClr val="accent3">
                    <a:lumMod val="10000"/>
                  </a:schemeClr>
                </a:solidFill>
              </a:rPr>
              <a:t>       a people what we do what we </a:t>
            </a:r>
            <a:r>
              <a:rPr lang="en-US" dirty="0">
                <a:solidFill>
                  <a:schemeClr val="accent3">
                    <a:lumMod val="10000"/>
                  </a:schemeClr>
                </a:solidFill>
              </a:rPr>
              <a:t>doesn’t do.</a:t>
            </a:r>
          </a:p>
          <a:p>
            <a:endParaRPr lang="en-US" dirty="0">
              <a:solidFill>
                <a:schemeClr val="accent3">
                  <a:lumMod val="1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FFFF00"/>
                </a:solidFill>
              </a:rPr>
              <a:t> . </a:t>
            </a:r>
            <a:r>
              <a:rPr lang="en-IN" dirty="0"/>
              <a:t>And also we will show his future by making a </a:t>
            </a:r>
          </a:p>
          <a:p>
            <a:r>
              <a:rPr lang="en-IN" dirty="0"/>
              <a:t>        3D model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FFFF00"/>
                </a:solidFill>
              </a:rPr>
              <a:t> .</a:t>
            </a:r>
            <a:r>
              <a:rPr lang="en-IN" dirty="0"/>
              <a:t>We are choosing a design because all are</a:t>
            </a:r>
          </a:p>
          <a:p>
            <a:r>
              <a:rPr lang="en-IN" dirty="0">
                <a:solidFill>
                  <a:srgbClr val="FFFF00"/>
                </a:solidFill>
              </a:rPr>
              <a:t>       </a:t>
            </a:r>
            <a:r>
              <a:rPr lang="en-IN" dirty="0"/>
              <a:t>entertain by using the mobile phone it will reach </a:t>
            </a:r>
          </a:p>
          <a:p>
            <a:r>
              <a:rPr lang="en-IN" dirty="0"/>
              <a:t>       to all.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solidFill>
                  <a:srgbClr val="FFFF00"/>
                </a:solidFill>
              </a:rPr>
              <a:t> .</a:t>
            </a:r>
            <a:r>
              <a:rPr lang="en-IN" dirty="0"/>
              <a:t>We can turn into AI develop in future.</a:t>
            </a:r>
            <a:endParaRPr lang="en-IN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Model 3" descr="Xbox Wireless Controller-White">
                <a:extLst>
                  <a:ext uri="{FF2B5EF4-FFF2-40B4-BE49-F238E27FC236}">
                    <a16:creationId xmlns:a16="http://schemas.microsoft.com/office/drawing/2014/main" id="{EC2E8723-5801-C12B-1BF8-33DE6CD9943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2491808"/>
                  </p:ext>
                </p:extLst>
              </p:nvPr>
            </p:nvGraphicFramePr>
            <p:xfrm>
              <a:off x="162108" y="1778727"/>
              <a:ext cx="2033074" cy="2147078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033074" cy="2147078"/>
                    </a:xfrm>
                    <a:prstGeom prst="rect">
                      <a:avLst/>
                    </a:prstGeom>
                  </am3d:spPr>
                  <am3d:camera>
                    <am3d:pos x="0" y="0" z="6124637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26873" d="1000000"/>
                    <am3d:preTrans dx="-5219360" dy="-1092676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152921" ay="-2761626" az="-259280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79310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Model 3" descr="Xbox Wireless Controller-White">
                <a:extLst>
                  <a:ext uri="{FF2B5EF4-FFF2-40B4-BE49-F238E27FC236}">
                    <a16:creationId xmlns:a16="http://schemas.microsoft.com/office/drawing/2014/main" id="{EC2E8723-5801-C12B-1BF8-33DE6CD994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108" y="1778727"/>
                <a:ext cx="2033074" cy="214707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13;p34">
            <a:extLst>
              <a:ext uri="{FF2B5EF4-FFF2-40B4-BE49-F238E27FC236}">
                <a16:creationId xmlns:a16="http://schemas.microsoft.com/office/drawing/2014/main" id="{125F8B92-E39E-7861-8497-B7674415EE70}"/>
              </a:ext>
            </a:extLst>
          </p:cNvPr>
          <p:cNvSpPr txBox="1">
            <a:spLocks/>
          </p:cNvSpPr>
          <p:nvPr/>
        </p:nvSpPr>
        <p:spPr>
          <a:xfrm>
            <a:off x="1493174" y="598620"/>
            <a:ext cx="616407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endParaRPr lang="en" dirty="0">
              <a:solidFill>
                <a:srgbClr val="0B66BC"/>
              </a:solidFill>
              <a:latin typeface="Times New Roman"/>
              <a:cs typeface="Times New Roman"/>
            </a:endParaRPr>
          </a:p>
          <a:p>
            <a:pPr algn="ctr"/>
            <a:r>
              <a:rPr lang="en" dirty="0">
                <a:solidFill>
                  <a:srgbClr val="0B66BC"/>
                </a:solidFill>
                <a:latin typeface="Times New Roman"/>
                <a:cs typeface="Times New Roman"/>
              </a:rPr>
              <a:t>SOCIAL RELEVANCE</a:t>
            </a:r>
          </a:p>
          <a:p>
            <a:pPr algn="ctr"/>
            <a:endParaRPr lang="en" dirty="0">
              <a:solidFill>
                <a:srgbClr val="0B66BC"/>
              </a:solidFill>
              <a:latin typeface="Times New Roman"/>
              <a:cs typeface="Times New Roman"/>
            </a:endParaRPr>
          </a:p>
        </p:txBody>
      </p:sp>
      <p:sp>
        <p:nvSpPr>
          <p:cNvPr id="5" name="Google Shape;315;p34">
            <a:extLst>
              <a:ext uri="{FF2B5EF4-FFF2-40B4-BE49-F238E27FC236}">
                <a16:creationId xmlns:a16="http://schemas.microsoft.com/office/drawing/2014/main" id="{978C326B-A242-0FB1-C6F8-A48B1DA639B8}"/>
              </a:ext>
            </a:extLst>
          </p:cNvPr>
          <p:cNvSpPr txBox="1"/>
          <p:nvPr/>
        </p:nvSpPr>
        <p:spPr>
          <a:xfrm>
            <a:off x="694786" y="1132075"/>
            <a:ext cx="7467125" cy="287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" sz="2800" dirty="0">
                <a:latin typeface="Times New Roman"/>
                <a:ea typeface="Poppins"/>
                <a:cs typeface="Times New Roman"/>
              </a:rPr>
              <a:t>The people get accident </a:t>
            </a:r>
          </a:p>
          <a:p>
            <a:pPr algn="ctr"/>
            <a:r>
              <a:rPr lang="en" sz="2400" dirty="0">
                <a:solidFill>
                  <a:srgbClr val="002060"/>
                </a:solidFill>
                <a:latin typeface="Times New Roman"/>
                <a:ea typeface="Poppins"/>
                <a:cs typeface="Times New Roman"/>
              </a:rPr>
              <a:t>1.Natural</a:t>
            </a:r>
          </a:p>
          <a:p>
            <a:pPr algn="ctr"/>
            <a:r>
              <a:rPr lang="en" sz="2400" dirty="0">
                <a:solidFill>
                  <a:srgbClr val="002060"/>
                </a:solidFill>
                <a:latin typeface="Times New Roman"/>
                <a:ea typeface="Poppins"/>
                <a:cs typeface="Times New Roman"/>
              </a:rPr>
              <a:t> 2.Man made</a:t>
            </a:r>
          </a:p>
          <a:p>
            <a:pPr algn="ctr"/>
            <a:endParaRPr lang="en" dirty="0">
              <a:latin typeface="Times New Roman"/>
              <a:ea typeface="Poppins"/>
              <a:cs typeface="Times New Roman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" sz="1800" dirty="0">
                <a:latin typeface="Times New Roman"/>
                <a:ea typeface="Poppins"/>
                <a:cs typeface="Times New Roman"/>
              </a:rPr>
              <a:t>N</a:t>
            </a:r>
            <a:r>
              <a:rPr lang="en-IN" sz="1800" dirty="0">
                <a:latin typeface="Times New Roman"/>
                <a:ea typeface="Poppins"/>
                <a:cs typeface="Times New Roman"/>
              </a:rPr>
              <a:t>a</a:t>
            </a:r>
            <a:r>
              <a:rPr lang="en" sz="1800" dirty="0">
                <a:latin typeface="Times New Roman"/>
                <a:ea typeface="Poppins"/>
                <a:cs typeface="Times New Roman"/>
              </a:rPr>
              <a:t>tural means the vehicle can accident by break failure or other issue in the vechicle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" sz="1800" dirty="0">
              <a:latin typeface="Times New Roman"/>
              <a:ea typeface="Poppins"/>
              <a:cs typeface="Times New Roman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/>
                <a:ea typeface="Poppins"/>
                <a:cs typeface="Times New Roman"/>
              </a:rPr>
              <a:t>M</a:t>
            </a:r>
            <a:r>
              <a:rPr lang="en" sz="1800" dirty="0">
                <a:latin typeface="Times New Roman"/>
                <a:ea typeface="Poppins"/>
                <a:cs typeface="Times New Roman"/>
              </a:rPr>
              <a:t>an made is the pepole didn’t aware about how to react the sings in the road it was the main reason pepole do accident 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" sz="1800" dirty="0">
              <a:latin typeface="Times New Roman"/>
              <a:ea typeface="Poppins"/>
              <a:cs typeface="Times New Roman"/>
            </a:endParaRP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" sz="1800" dirty="0">
                <a:latin typeface="Times New Roman"/>
                <a:ea typeface="Poppins"/>
                <a:cs typeface="Times New Roman"/>
              </a:rPr>
              <a:t>Our app used to say how to follow the road rules and what we do what we </a:t>
            </a:r>
            <a:r>
              <a:rPr lang="en-US" sz="1800" dirty="0">
                <a:latin typeface="Times New Roman"/>
                <a:ea typeface="Poppins"/>
                <a:cs typeface="Times New Roman"/>
              </a:rPr>
              <a:t>can’t do.</a:t>
            </a:r>
            <a:endParaRPr lang="en" sz="1800" dirty="0">
              <a:latin typeface="Times New Roman"/>
              <a:ea typeface="Poppins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erson working on laptop afterhours">
            <a:extLst>
              <a:ext uri="{FF2B5EF4-FFF2-40B4-BE49-F238E27FC236}">
                <a16:creationId xmlns:a16="http://schemas.microsoft.com/office/drawing/2014/main" id="{DEFE2499-F596-F567-68B7-67CEC2D7B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319" y="2114312"/>
            <a:ext cx="2055680" cy="2111542"/>
          </a:xfrm>
          <a:prstGeom prst="rect">
            <a:avLst/>
          </a:prstGeom>
        </p:spPr>
      </p:pic>
      <p:sp>
        <p:nvSpPr>
          <p:cNvPr id="12" name="Google Shape;313;p34">
            <a:extLst>
              <a:ext uri="{FF2B5EF4-FFF2-40B4-BE49-F238E27FC236}">
                <a16:creationId xmlns:a16="http://schemas.microsoft.com/office/drawing/2014/main" id="{7595B305-113C-B1FA-A6F5-1DDD7EB6E652}"/>
              </a:ext>
            </a:extLst>
          </p:cNvPr>
          <p:cNvSpPr txBox="1">
            <a:spLocks/>
          </p:cNvSpPr>
          <p:nvPr/>
        </p:nvSpPr>
        <p:spPr>
          <a:xfrm>
            <a:off x="1442749" y="380105"/>
            <a:ext cx="6727167" cy="77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" dirty="0">
                <a:solidFill>
                  <a:srgbClr val="0B66BC"/>
                </a:solidFill>
                <a:latin typeface="Times New Roman"/>
                <a:cs typeface="Times New Roman"/>
              </a:rPr>
              <a:t>CONCLUSION AND FUTURE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CF2832-02FC-2A26-1BA5-AF2BA7B20CAC}"/>
              </a:ext>
            </a:extLst>
          </p:cNvPr>
          <p:cNvSpPr txBox="1"/>
          <p:nvPr/>
        </p:nvSpPr>
        <p:spPr>
          <a:xfrm>
            <a:off x="575045" y="1329482"/>
            <a:ext cx="8462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the conclusion we gave aware to the people how to drive a vehicle safe and follow the traffic rules.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0248E-3853-F36C-85FB-610A7EFF94DE}"/>
              </a:ext>
            </a:extLst>
          </p:cNvPr>
          <p:cNvSpPr txBox="1"/>
          <p:nvPr/>
        </p:nvSpPr>
        <p:spPr>
          <a:xfrm>
            <a:off x="2598523" y="1618028"/>
            <a:ext cx="45720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800" dirty="0">
                <a:solidFill>
                  <a:srgbClr val="0B66BC"/>
                </a:solidFill>
                <a:latin typeface="Times New Roman"/>
                <a:cs typeface="Times New Roman"/>
              </a:rPr>
              <a:t>FUTURE WORK</a:t>
            </a:r>
          </a:p>
          <a:p>
            <a:r>
              <a:rPr lang="en-IN" sz="18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By using the Ai technology the can work like a google maps 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The can before 7km what the board is near to us and it gave the complete solution </a:t>
            </a:r>
            <a:r>
              <a:rPr lang="en-US" sz="1800" dirty="0"/>
              <a:t>what</a:t>
            </a:r>
            <a:r>
              <a:rPr lang="en-IN" sz="1800" dirty="0"/>
              <a:t> we do what we </a:t>
            </a:r>
            <a:r>
              <a:rPr lang="en-US" sz="1800" dirty="0"/>
              <a:t>didn’t do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The was very useful and get develop in future.</a:t>
            </a:r>
            <a:endParaRPr lang="en-IN" sz="180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6BBD26-66AC-DD15-2932-4A3B5558A9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-1063257" y="1591092"/>
            <a:ext cx="5012011" cy="25045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421E45A-9CDC-1BC8-CA88-B4D72731CABF}"/>
              </a:ext>
            </a:extLst>
          </p:cNvPr>
          <p:cNvSpPr txBox="1"/>
          <p:nvPr/>
        </p:nvSpPr>
        <p:spPr>
          <a:xfrm>
            <a:off x="1549676" y="2016614"/>
            <a:ext cx="6048395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>
                <a:solidFill>
                  <a:srgbClr val="0B66BC"/>
                </a:solidFill>
                <a:latin typeface="Times New Roman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711</Words>
  <Application>Microsoft Office PowerPoint</Application>
  <PresentationFormat>On-screen Show (16:9)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Proxima Nova Semibold</vt:lpstr>
      <vt:lpstr>Nunito Light</vt:lpstr>
      <vt:lpstr>Cambria</vt:lpstr>
      <vt:lpstr>Wingdings</vt:lpstr>
      <vt:lpstr>PT Sans</vt:lpstr>
      <vt:lpstr>Times New Roman</vt:lpstr>
      <vt:lpstr>Proxima Nova</vt:lpstr>
      <vt:lpstr>Poppins</vt:lpstr>
      <vt:lpstr>Arial</vt:lpstr>
      <vt:lpstr>Industrial Preliminary Project by Slidesgo</vt:lpstr>
      <vt:lpstr>Slidesgo Final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Imran</dc:creator>
  <cp:lastModifiedBy>imranss1309@outlook.com</cp:lastModifiedBy>
  <cp:revision>159</cp:revision>
  <dcterms:modified xsi:type="dcterms:W3CDTF">2025-02-18T17:07:59Z</dcterms:modified>
</cp:coreProperties>
</file>